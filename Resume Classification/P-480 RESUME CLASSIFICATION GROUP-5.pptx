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9" r:id="rId1"/>
  </p:sldMasterIdLst>
  <p:sldIdLst>
    <p:sldId id="256" r:id="rId2"/>
    <p:sldId id="285" r:id="rId3"/>
    <p:sldId id="287" r:id="rId4"/>
    <p:sldId id="286" r:id="rId5"/>
    <p:sldId id="270" r:id="rId6"/>
    <p:sldId id="288" r:id="rId7"/>
    <p:sldId id="258" r:id="rId8"/>
    <p:sldId id="290" r:id="rId9"/>
    <p:sldId id="289" r:id="rId10"/>
    <p:sldId id="291" r:id="rId11"/>
    <p:sldId id="296" r:id="rId12"/>
    <p:sldId id="293" r:id="rId13"/>
    <p:sldId id="294" r:id="rId14"/>
    <p:sldId id="261" r:id="rId15"/>
    <p:sldId id="262" r:id="rId16"/>
    <p:sldId id="263" r:id="rId17"/>
    <p:sldId id="260" r:id="rId18"/>
    <p:sldId id="295" r:id="rId19"/>
    <p:sldId id="297" r:id="rId20"/>
    <p:sldId id="298" r:id="rId21"/>
    <p:sldId id="299" r:id="rId22"/>
    <p:sldId id="300" r:id="rId23"/>
    <p:sldId id="273" r:id="rId24"/>
    <p:sldId id="274" r:id="rId25"/>
    <p:sldId id="301" r:id="rId26"/>
    <p:sldId id="302" r:id="rId27"/>
    <p:sldId id="303" r:id="rId28"/>
    <p:sldId id="283" r:id="rId29"/>
    <p:sldId id="276" r:id="rId30"/>
    <p:sldId id="284" r:id="rId31"/>
    <p:sldId id="30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7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theme" Target="theme/theme1.xml" /></Relationships>
</file>

<file path=ppt/diagrams/_rels/data3.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image" Target="../media/image20.svg" /><Relationship Id="rId1" Type="http://schemas.openxmlformats.org/officeDocument/2006/relationships/image" Target="../media/image19.png" /><Relationship Id="rId6" Type="http://schemas.openxmlformats.org/officeDocument/2006/relationships/image" Target="../media/image24.svg" /><Relationship Id="rId5" Type="http://schemas.openxmlformats.org/officeDocument/2006/relationships/image" Target="../media/image23.png" /><Relationship Id="rId4" Type="http://schemas.openxmlformats.org/officeDocument/2006/relationships/image" Target="../media/image22.svg" /></Relationships>
</file>

<file path=ppt/diagrams/_rels/data4.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image" Target="../media/image30.svg" /><Relationship Id="rId1" Type="http://schemas.openxmlformats.org/officeDocument/2006/relationships/image" Target="../media/image29.png" /><Relationship Id="rId6" Type="http://schemas.openxmlformats.org/officeDocument/2006/relationships/image" Target="../media/image34.svg" /><Relationship Id="rId5" Type="http://schemas.openxmlformats.org/officeDocument/2006/relationships/image" Target="../media/image33.png" /><Relationship Id="rId4" Type="http://schemas.openxmlformats.org/officeDocument/2006/relationships/image" Target="../media/image32.svg" /></Relationships>
</file>

<file path=ppt/diagrams/_rels/data5.xml.rels><?xml version="1.0" encoding="UTF-8" standalone="yes"?>
<Relationships xmlns="http://schemas.openxmlformats.org/package/2006/relationships"><Relationship Id="rId8" Type="http://schemas.openxmlformats.org/officeDocument/2006/relationships/image" Target="../media/image42.svg" /><Relationship Id="rId3" Type="http://schemas.openxmlformats.org/officeDocument/2006/relationships/image" Target="../media/image37.png" /><Relationship Id="rId7" Type="http://schemas.openxmlformats.org/officeDocument/2006/relationships/image" Target="../media/image41.png" /><Relationship Id="rId2" Type="http://schemas.openxmlformats.org/officeDocument/2006/relationships/image" Target="../media/image36.svg" /><Relationship Id="rId1" Type="http://schemas.openxmlformats.org/officeDocument/2006/relationships/image" Target="../media/image35.png" /><Relationship Id="rId6" Type="http://schemas.openxmlformats.org/officeDocument/2006/relationships/image" Target="../media/image40.svg" /><Relationship Id="rId5" Type="http://schemas.openxmlformats.org/officeDocument/2006/relationships/image" Target="../media/image39.png" /><Relationship Id="rId4" Type="http://schemas.openxmlformats.org/officeDocument/2006/relationships/image" Target="../media/image38.svg" /></Relationships>
</file>

<file path=ppt/diagrams/_rels/drawing3.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image" Target="../media/image20.svg" /><Relationship Id="rId1" Type="http://schemas.openxmlformats.org/officeDocument/2006/relationships/image" Target="../media/image19.png" /><Relationship Id="rId6" Type="http://schemas.openxmlformats.org/officeDocument/2006/relationships/image" Target="../media/image24.svg" /><Relationship Id="rId5" Type="http://schemas.openxmlformats.org/officeDocument/2006/relationships/image" Target="../media/image23.png" /><Relationship Id="rId4" Type="http://schemas.openxmlformats.org/officeDocument/2006/relationships/image" Target="../media/image22.svg" /></Relationships>
</file>

<file path=ppt/diagrams/_rels/drawing4.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image" Target="../media/image30.svg" /><Relationship Id="rId1" Type="http://schemas.openxmlformats.org/officeDocument/2006/relationships/image" Target="../media/image29.png" /><Relationship Id="rId6" Type="http://schemas.openxmlformats.org/officeDocument/2006/relationships/image" Target="../media/image34.svg" /><Relationship Id="rId5" Type="http://schemas.openxmlformats.org/officeDocument/2006/relationships/image" Target="../media/image33.png" /><Relationship Id="rId4" Type="http://schemas.openxmlformats.org/officeDocument/2006/relationships/image" Target="../media/image32.svg" /></Relationships>
</file>

<file path=ppt/diagrams/_rels/drawing5.xml.rels><?xml version="1.0" encoding="UTF-8" standalone="yes"?>
<Relationships xmlns="http://schemas.openxmlformats.org/package/2006/relationships"><Relationship Id="rId8" Type="http://schemas.openxmlformats.org/officeDocument/2006/relationships/image" Target="../media/image42.svg" /><Relationship Id="rId3" Type="http://schemas.openxmlformats.org/officeDocument/2006/relationships/image" Target="../media/image37.png" /><Relationship Id="rId7" Type="http://schemas.openxmlformats.org/officeDocument/2006/relationships/image" Target="../media/image41.png" /><Relationship Id="rId2" Type="http://schemas.openxmlformats.org/officeDocument/2006/relationships/image" Target="../media/image36.svg" /><Relationship Id="rId1" Type="http://schemas.openxmlformats.org/officeDocument/2006/relationships/image" Target="../media/image35.png" /><Relationship Id="rId6" Type="http://schemas.openxmlformats.org/officeDocument/2006/relationships/image" Target="../media/image40.svg" /><Relationship Id="rId5" Type="http://schemas.openxmlformats.org/officeDocument/2006/relationships/image" Target="../media/image39.png" /><Relationship Id="rId4" Type="http://schemas.openxmlformats.org/officeDocument/2006/relationships/image" Target="../media/image38.svg" /></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5EAA4B-9924-4A9D-9A30-5FBFA81A9811}"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68CA4E93-73FE-4758-90A2-45833E77E760}">
      <dgm:prSet/>
      <dgm:spPr>
        <a:solidFill>
          <a:schemeClr val="accent6">
            <a:lumMod val="75000"/>
          </a:schemeClr>
        </a:solidFill>
      </dgm:spPr>
      <dgm:t>
        <a:bodyPr/>
        <a:lstStyle/>
        <a:p>
          <a:r>
            <a:rPr lang="en-US"/>
            <a:t>In this project certain tasks were carried out</a:t>
          </a:r>
        </a:p>
      </dgm:t>
    </dgm:pt>
    <dgm:pt modelId="{D95E6CB9-F00B-4CCC-A767-9F940128EB97}" type="parTrans" cxnId="{34D92A7E-4CD9-42A5-B421-F04C5EAE21A0}">
      <dgm:prSet/>
      <dgm:spPr/>
      <dgm:t>
        <a:bodyPr/>
        <a:lstStyle/>
        <a:p>
          <a:endParaRPr lang="en-US"/>
        </a:p>
      </dgm:t>
    </dgm:pt>
    <dgm:pt modelId="{B431556A-452F-447E-A11D-DCDD0E327CF4}" type="sibTrans" cxnId="{34D92A7E-4CD9-42A5-B421-F04C5EAE21A0}">
      <dgm:prSet/>
      <dgm:spPr/>
      <dgm:t>
        <a:bodyPr/>
        <a:lstStyle/>
        <a:p>
          <a:endParaRPr lang="en-US"/>
        </a:p>
      </dgm:t>
    </dgm:pt>
    <dgm:pt modelId="{93917003-C70B-4AC0-9CF4-4B5910F8A83F}">
      <dgm:prSet/>
      <dgm:spPr/>
      <dgm:t>
        <a:bodyPr/>
        <a:lstStyle/>
        <a:p>
          <a:r>
            <a:rPr lang="en-US" dirty="0"/>
            <a:t>Week-1 – Exploratory Data Analysis[including Business objective discussion &amp; Data set details]</a:t>
          </a:r>
        </a:p>
      </dgm:t>
    </dgm:pt>
    <dgm:pt modelId="{378FE16F-9500-4C63-B492-C68EFCA8A4BA}" type="parTrans" cxnId="{D9CC1F2F-2E1E-4452-8613-C90C58D762DC}">
      <dgm:prSet/>
      <dgm:spPr/>
      <dgm:t>
        <a:bodyPr/>
        <a:lstStyle/>
        <a:p>
          <a:endParaRPr lang="en-US"/>
        </a:p>
      </dgm:t>
    </dgm:pt>
    <dgm:pt modelId="{382DABD2-8CD4-4831-87B3-4B9F2E581E6B}" type="sibTrans" cxnId="{D9CC1F2F-2E1E-4452-8613-C90C58D762DC}">
      <dgm:prSet/>
      <dgm:spPr/>
      <dgm:t>
        <a:bodyPr/>
        <a:lstStyle/>
        <a:p>
          <a:endParaRPr lang="en-US"/>
        </a:p>
      </dgm:t>
    </dgm:pt>
    <dgm:pt modelId="{799A1CA6-636E-4EA2-8F9F-307E9AC00FDA}">
      <dgm:prSet/>
      <dgm:spPr>
        <a:solidFill>
          <a:srgbClr val="800080"/>
        </a:solidFill>
      </dgm:spPr>
      <dgm:t>
        <a:bodyPr/>
        <a:lstStyle/>
        <a:p>
          <a:r>
            <a:rPr lang="en-US" dirty="0"/>
            <a:t>Week-2 - Model </a:t>
          </a:r>
          <a:r>
            <a:rPr lang="en-US"/>
            <a:t>Building</a:t>
          </a:r>
        </a:p>
      </dgm:t>
    </dgm:pt>
    <dgm:pt modelId="{7D21460D-4CF2-46A5-B260-B32AB517E01D}" type="parTrans" cxnId="{5FAF275F-D622-4181-A0A3-767B22F110D8}">
      <dgm:prSet/>
      <dgm:spPr/>
      <dgm:t>
        <a:bodyPr/>
        <a:lstStyle/>
        <a:p>
          <a:endParaRPr lang="en-US"/>
        </a:p>
      </dgm:t>
    </dgm:pt>
    <dgm:pt modelId="{D108BDFB-961A-49AD-82E5-4A52E8CCA297}" type="sibTrans" cxnId="{5FAF275F-D622-4181-A0A3-767B22F110D8}">
      <dgm:prSet/>
      <dgm:spPr/>
      <dgm:t>
        <a:bodyPr/>
        <a:lstStyle/>
        <a:p>
          <a:endParaRPr lang="en-US"/>
        </a:p>
      </dgm:t>
    </dgm:pt>
    <dgm:pt modelId="{B11D6DD8-DFD4-47F7-8A63-3225DE9642B5}">
      <dgm:prSet/>
      <dgm:spPr/>
      <dgm:t>
        <a:bodyPr/>
        <a:lstStyle/>
        <a:p>
          <a:r>
            <a:rPr lang="en-US"/>
            <a:t>Week-3 - Model Evaluation &amp; Deployment[using Streamlit]</a:t>
          </a:r>
        </a:p>
      </dgm:t>
    </dgm:pt>
    <dgm:pt modelId="{9F798BC8-4266-4239-AF55-BD8E451AC935}" type="parTrans" cxnId="{FD23FD7F-55AC-4291-9337-8ED2410EBF01}">
      <dgm:prSet/>
      <dgm:spPr/>
      <dgm:t>
        <a:bodyPr/>
        <a:lstStyle/>
        <a:p>
          <a:endParaRPr lang="en-US"/>
        </a:p>
      </dgm:t>
    </dgm:pt>
    <dgm:pt modelId="{460244D8-E519-47D6-8ED1-2955EE4AF029}" type="sibTrans" cxnId="{FD23FD7F-55AC-4291-9337-8ED2410EBF01}">
      <dgm:prSet/>
      <dgm:spPr/>
      <dgm:t>
        <a:bodyPr/>
        <a:lstStyle/>
        <a:p>
          <a:endParaRPr lang="en-US"/>
        </a:p>
      </dgm:t>
    </dgm:pt>
    <dgm:pt modelId="{2E59FD85-9258-4B10-8128-DA089D044E8D}">
      <dgm:prSet/>
      <dgm:spPr>
        <a:solidFill>
          <a:srgbClr val="FF0000"/>
        </a:solidFill>
      </dgm:spPr>
      <dgm:t>
        <a:bodyPr/>
        <a:lstStyle/>
        <a:p>
          <a:r>
            <a:rPr lang="en-US" dirty="0"/>
            <a:t>Week-4 – Final Presentation</a:t>
          </a:r>
        </a:p>
      </dgm:t>
    </dgm:pt>
    <dgm:pt modelId="{19EC0097-A9D3-4870-BC96-23233EA0B894}" type="parTrans" cxnId="{C401256E-31DA-4015-A039-FFC844A6BC2F}">
      <dgm:prSet/>
      <dgm:spPr/>
      <dgm:t>
        <a:bodyPr/>
        <a:lstStyle/>
        <a:p>
          <a:endParaRPr lang="en-US"/>
        </a:p>
      </dgm:t>
    </dgm:pt>
    <dgm:pt modelId="{5C94724B-2DB4-40D3-8612-9099ED8E128F}" type="sibTrans" cxnId="{C401256E-31DA-4015-A039-FFC844A6BC2F}">
      <dgm:prSet/>
      <dgm:spPr/>
      <dgm:t>
        <a:bodyPr/>
        <a:lstStyle/>
        <a:p>
          <a:endParaRPr lang="en-US"/>
        </a:p>
      </dgm:t>
    </dgm:pt>
    <dgm:pt modelId="{90D05177-76A8-46A3-B9F0-651C12FB8C16}" type="pres">
      <dgm:prSet presAssocID="{675EAA4B-9924-4A9D-9A30-5FBFA81A9811}" presName="outerComposite" presStyleCnt="0">
        <dgm:presLayoutVars>
          <dgm:chMax val="5"/>
          <dgm:dir/>
          <dgm:resizeHandles val="exact"/>
        </dgm:presLayoutVars>
      </dgm:prSet>
      <dgm:spPr/>
    </dgm:pt>
    <dgm:pt modelId="{D803625E-690A-4EC5-951B-2ECAA7897A58}" type="pres">
      <dgm:prSet presAssocID="{675EAA4B-9924-4A9D-9A30-5FBFA81A9811}" presName="dummyMaxCanvas" presStyleCnt="0">
        <dgm:presLayoutVars/>
      </dgm:prSet>
      <dgm:spPr/>
    </dgm:pt>
    <dgm:pt modelId="{9C49269F-4C50-47BB-9807-2687D7DBF538}" type="pres">
      <dgm:prSet presAssocID="{675EAA4B-9924-4A9D-9A30-5FBFA81A9811}" presName="FiveNodes_1" presStyleLbl="node1" presStyleIdx="0" presStyleCnt="5">
        <dgm:presLayoutVars>
          <dgm:bulletEnabled val="1"/>
        </dgm:presLayoutVars>
      </dgm:prSet>
      <dgm:spPr/>
    </dgm:pt>
    <dgm:pt modelId="{9C6E3B12-2D7D-4505-A776-3F51289D2FF2}" type="pres">
      <dgm:prSet presAssocID="{675EAA4B-9924-4A9D-9A30-5FBFA81A9811}" presName="FiveNodes_2" presStyleLbl="node1" presStyleIdx="1" presStyleCnt="5">
        <dgm:presLayoutVars>
          <dgm:bulletEnabled val="1"/>
        </dgm:presLayoutVars>
      </dgm:prSet>
      <dgm:spPr/>
    </dgm:pt>
    <dgm:pt modelId="{0E7CFE12-B1B5-4ADF-BB0C-648961CD2D05}" type="pres">
      <dgm:prSet presAssocID="{675EAA4B-9924-4A9D-9A30-5FBFA81A9811}" presName="FiveNodes_3" presStyleLbl="node1" presStyleIdx="2" presStyleCnt="5">
        <dgm:presLayoutVars>
          <dgm:bulletEnabled val="1"/>
        </dgm:presLayoutVars>
      </dgm:prSet>
      <dgm:spPr/>
    </dgm:pt>
    <dgm:pt modelId="{DAACDB02-90BE-484D-ADB9-3DE16A720A10}" type="pres">
      <dgm:prSet presAssocID="{675EAA4B-9924-4A9D-9A30-5FBFA81A9811}" presName="FiveNodes_4" presStyleLbl="node1" presStyleIdx="3" presStyleCnt="5">
        <dgm:presLayoutVars>
          <dgm:bulletEnabled val="1"/>
        </dgm:presLayoutVars>
      </dgm:prSet>
      <dgm:spPr/>
    </dgm:pt>
    <dgm:pt modelId="{DF5FD6DA-58D9-4DB3-9F7A-BEF02C07BC2D}" type="pres">
      <dgm:prSet presAssocID="{675EAA4B-9924-4A9D-9A30-5FBFA81A9811}" presName="FiveNodes_5" presStyleLbl="node1" presStyleIdx="4" presStyleCnt="5">
        <dgm:presLayoutVars>
          <dgm:bulletEnabled val="1"/>
        </dgm:presLayoutVars>
      </dgm:prSet>
      <dgm:spPr/>
    </dgm:pt>
    <dgm:pt modelId="{B8BB4B91-B7AB-4E47-9E06-A235CD891197}" type="pres">
      <dgm:prSet presAssocID="{675EAA4B-9924-4A9D-9A30-5FBFA81A9811}" presName="FiveConn_1-2" presStyleLbl="fgAccFollowNode1" presStyleIdx="0" presStyleCnt="4">
        <dgm:presLayoutVars>
          <dgm:bulletEnabled val="1"/>
        </dgm:presLayoutVars>
      </dgm:prSet>
      <dgm:spPr/>
    </dgm:pt>
    <dgm:pt modelId="{428E9567-544B-4D42-9D0E-FD281D77A31B}" type="pres">
      <dgm:prSet presAssocID="{675EAA4B-9924-4A9D-9A30-5FBFA81A9811}" presName="FiveConn_2-3" presStyleLbl="fgAccFollowNode1" presStyleIdx="1" presStyleCnt="4">
        <dgm:presLayoutVars>
          <dgm:bulletEnabled val="1"/>
        </dgm:presLayoutVars>
      </dgm:prSet>
      <dgm:spPr/>
    </dgm:pt>
    <dgm:pt modelId="{F5CA59F1-7131-425C-BFF6-FD590159B574}" type="pres">
      <dgm:prSet presAssocID="{675EAA4B-9924-4A9D-9A30-5FBFA81A9811}" presName="FiveConn_3-4" presStyleLbl="fgAccFollowNode1" presStyleIdx="2" presStyleCnt="4">
        <dgm:presLayoutVars>
          <dgm:bulletEnabled val="1"/>
        </dgm:presLayoutVars>
      </dgm:prSet>
      <dgm:spPr/>
    </dgm:pt>
    <dgm:pt modelId="{77BB18E2-BDB9-4068-ACF9-B33CCC50E3E4}" type="pres">
      <dgm:prSet presAssocID="{675EAA4B-9924-4A9D-9A30-5FBFA81A9811}" presName="FiveConn_4-5" presStyleLbl="fgAccFollowNode1" presStyleIdx="3" presStyleCnt="4">
        <dgm:presLayoutVars>
          <dgm:bulletEnabled val="1"/>
        </dgm:presLayoutVars>
      </dgm:prSet>
      <dgm:spPr/>
    </dgm:pt>
    <dgm:pt modelId="{D37BDAFB-D062-4FDD-B22D-51BE7ECB823E}" type="pres">
      <dgm:prSet presAssocID="{675EAA4B-9924-4A9D-9A30-5FBFA81A9811}" presName="FiveNodes_1_text" presStyleLbl="node1" presStyleIdx="4" presStyleCnt="5">
        <dgm:presLayoutVars>
          <dgm:bulletEnabled val="1"/>
        </dgm:presLayoutVars>
      </dgm:prSet>
      <dgm:spPr/>
    </dgm:pt>
    <dgm:pt modelId="{D5925C94-7C64-42D4-9841-21F6B538C7DB}" type="pres">
      <dgm:prSet presAssocID="{675EAA4B-9924-4A9D-9A30-5FBFA81A9811}" presName="FiveNodes_2_text" presStyleLbl="node1" presStyleIdx="4" presStyleCnt="5">
        <dgm:presLayoutVars>
          <dgm:bulletEnabled val="1"/>
        </dgm:presLayoutVars>
      </dgm:prSet>
      <dgm:spPr/>
    </dgm:pt>
    <dgm:pt modelId="{B3EF4CAF-EEA6-411E-824B-C45EA502BA24}" type="pres">
      <dgm:prSet presAssocID="{675EAA4B-9924-4A9D-9A30-5FBFA81A9811}" presName="FiveNodes_3_text" presStyleLbl="node1" presStyleIdx="4" presStyleCnt="5">
        <dgm:presLayoutVars>
          <dgm:bulletEnabled val="1"/>
        </dgm:presLayoutVars>
      </dgm:prSet>
      <dgm:spPr/>
    </dgm:pt>
    <dgm:pt modelId="{D3BF704D-7B47-4108-8040-B2E1FB0535A2}" type="pres">
      <dgm:prSet presAssocID="{675EAA4B-9924-4A9D-9A30-5FBFA81A9811}" presName="FiveNodes_4_text" presStyleLbl="node1" presStyleIdx="4" presStyleCnt="5">
        <dgm:presLayoutVars>
          <dgm:bulletEnabled val="1"/>
        </dgm:presLayoutVars>
      </dgm:prSet>
      <dgm:spPr/>
    </dgm:pt>
    <dgm:pt modelId="{D1AA231E-D3E2-435E-9C95-6374A4E9EB4E}" type="pres">
      <dgm:prSet presAssocID="{675EAA4B-9924-4A9D-9A30-5FBFA81A9811}" presName="FiveNodes_5_text" presStyleLbl="node1" presStyleIdx="4" presStyleCnt="5">
        <dgm:presLayoutVars>
          <dgm:bulletEnabled val="1"/>
        </dgm:presLayoutVars>
      </dgm:prSet>
      <dgm:spPr/>
    </dgm:pt>
  </dgm:ptLst>
  <dgm:cxnLst>
    <dgm:cxn modelId="{8376532A-49C1-4386-9DF5-EE92E2D928C8}" type="presOf" srcId="{B431556A-452F-447E-A11D-DCDD0E327CF4}" destId="{B8BB4B91-B7AB-4E47-9E06-A235CD891197}" srcOrd="0" destOrd="0" presId="urn:microsoft.com/office/officeart/2005/8/layout/vProcess5"/>
    <dgm:cxn modelId="{D9CC1F2F-2E1E-4452-8613-C90C58D762DC}" srcId="{675EAA4B-9924-4A9D-9A30-5FBFA81A9811}" destId="{93917003-C70B-4AC0-9CF4-4B5910F8A83F}" srcOrd="1" destOrd="0" parTransId="{378FE16F-9500-4C63-B492-C68EFCA8A4BA}" sibTransId="{382DABD2-8CD4-4831-87B3-4B9F2E581E6B}"/>
    <dgm:cxn modelId="{B6E67935-68AE-4560-B818-D7E27A9F93F0}" type="presOf" srcId="{D108BDFB-961A-49AD-82E5-4A52E8CCA297}" destId="{F5CA59F1-7131-425C-BFF6-FD590159B574}" srcOrd="0" destOrd="0" presId="urn:microsoft.com/office/officeart/2005/8/layout/vProcess5"/>
    <dgm:cxn modelId="{A224223D-FF6E-4C20-B03F-5BA30B3C1477}" type="presOf" srcId="{2E59FD85-9258-4B10-8128-DA089D044E8D}" destId="{DF5FD6DA-58D9-4DB3-9F7A-BEF02C07BC2D}" srcOrd="0" destOrd="0" presId="urn:microsoft.com/office/officeart/2005/8/layout/vProcess5"/>
    <dgm:cxn modelId="{01068E5D-C685-4531-A666-55E42A19A79D}" type="presOf" srcId="{B11D6DD8-DFD4-47F7-8A63-3225DE9642B5}" destId="{D3BF704D-7B47-4108-8040-B2E1FB0535A2}" srcOrd="1" destOrd="0" presId="urn:microsoft.com/office/officeart/2005/8/layout/vProcess5"/>
    <dgm:cxn modelId="{CE58315E-1BFC-47D2-85D3-B0810E5A26EB}" type="presOf" srcId="{382DABD2-8CD4-4831-87B3-4B9F2E581E6B}" destId="{428E9567-544B-4D42-9D0E-FD281D77A31B}" srcOrd="0" destOrd="0" presId="urn:microsoft.com/office/officeart/2005/8/layout/vProcess5"/>
    <dgm:cxn modelId="{5FAF275F-D622-4181-A0A3-767B22F110D8}" srcId="{675EAA4B-9924-4A9D-9A30-5FBFA81A9811}" destId="{799A1CA6-636E-4EA2-8F9F-307E9AC00FDA}" srcOrd="2" destOrd="0" parTransId="{7D21460D-4CF2-46A5-B260-B32AB517E01D}" sibTransId="{D108BDFB-961A-49AD-82E5-4A52E8CCA297}"/>
    <dgm:cxn modelId="{C401256E-31DA-4015-A039-FFC844A6BC2F}" srcId="{675EAA4B-9924-4A9D-9A30-5FBFA81A9811}" destId="{2E59FD85-9258-4B10-8128-DA089D044E8D}" srcOrd="4" destOrd="0" parTransId="{19EC0097-A9D3-4870-BC96-23233EA0B894}" sibTransId="{5C94724B-2DB4-40D3-8612-9099ED8E128F}"/>
    <dgm:cxn modelId="{D959E155-DF89-4B77-8245-BA28CDE61870}" type="presOf" srcId="{B11D6DD8-DFD4-47F7-8A63-3225DE9642B5}" destId="{DAACDB02-90BE-484D-ADB9-3DE16A720A10}" srcOrd="0" destOrd="0" presId="urn:microsoft.com/office/officeart/2005/8/layout/vProcess5"/>
    <dgm:cxn modelId="{99BED07B-7467-48E8-930C-E1BFC2CEEEED}" type="presOf" srcId="{68CA4E93-73FE-4758-90A2-45833E77E760}" destId="{D37BDAFB-D062-4FDD-B22D-51BE7ECB823E}" srcOrd="1" destOrd="0" presId="urn:microsoft.com/office/officeart/2005/8/layout/vProcess5"/>
    <dgm:cxn modelId="{34D92A7E-4CD9-42A5-B421-F04C5EAE21A0}" srcId="{675EAA4B-9924-4A9D-9A30-5FBFA81A9811}" destId="{68CA4E93-73FE-4758-90A2-45833E77E760}" srcOrd="0" destOrd="0" parTransId="{D95E6CB9-F00B-4CCC-A767-9F940128EB97}" sibTransId="{B431556A-452F-447E-A11D-DCDD0E327CF4}"/>
    <dgm:cxn modelId="{FD23FD7F-55AC-4291-9337-8ED2410EBF01}" srcId="{675EAA4B-9924-4A9D-9A30-5FBFA81A9811}" destId="{B11D6DD8-DFD4-47F7-8A63-3225DE9642B5}" srcOrd="3" destOrd="0" parTransId="{9F798BC8-4266-4239-AF55-BD8E451AC935}" sibTransId="{460244D8-E519-47D6-8ED1-2955EE4AF029}"/>
    <dgm:cxn modelId="{0A37B284-A0F9-4DBF-ABB1-D51320B53AC5}" type="presOf" srcId="{93917003-C70B-4AC0-9CF4-4B5910F8A83F}" destId="{9C6E3B12-2D7D-4505-A776-3F51289D2FF2}" srcOrd="0" destOrd="0" presId="urn:microsoft.com/office/officeart/2005/8/layout/vProcess5"/>
    <dgm:cxn modelId="{559A16AA-3880-43FA-8894-80FDB8B7FB3C}" type="presOf" srcId="{460244D8-E519-47D6-8ED1-2955EE4AF029}" destId="{77BB18E2-BDB9-4068-ACF9-B33CCC50E3E4}" srcOrd="0" destOrd="0" presId="urn:microsoft.com/office/officeart/2005/8/layout/vProcess5"/>
    <dgm:cxn modelId="{003BEAB6-70C0-4A40-A495-2F0443A4323A}" type="presOf" srcId="{68CA4E93-73FE-4758-90A2-45833E77E760}" destId="{9C49269F-4C50-47BB-9807-2687D7DBF538}" srcOrd="0" destOrd="0" presId="urn:microsoft.com/office/officeart/2005/8/layout/vProcess5"/>
    <dgm:cxn modelId="{AB2548B9-7F28-40F2-9B12-2415240E79EE}" type="presOf" srcId="{93917003-C70B-4AC0-9CF4-4B5910F8A83F}" destId="{D5925C94-7C64-42D4-9841-21F6B538C7DB}" srcOrd="1" destOrd="0" presId="urn:microsoft.com/office/officeart/2005/8/layout/vProcess5"/>
    <dgm:cxn modelId="{E1F75DBD-7B46-4C36-9048-FCFB057A7637}" type="presOf" srcId="{799A1CA6-636E-4EA2-8F9F-307E9AC00FDA}" destId="{B3EF4CAF-EEA6-411E-824B-C45EA502BA24}" srcOrd="1" destOrd="0" presId="urn:microsoft.com/office/officeart/2005/8/layout/vProcess5"/>
    <dgm:cxn modelId="{94E03FC8-92F3-4B1A-ABA6-919B0229301C}" type="presOf" srcId="{675EAA4B-9924-4A9D-9A30-5FBFA81A9811}" destId="{90D05177-76A8-46A3-B9F0-651C12FB8C16}" srcOrd="0" destOrd="0" presId="urn:microsoft.com/office/officeart/2005/8/layout/vProcess5"/>
    <dgm:cxn modelId="{8E8B2EDC-CD10-441D-A0D3-A06D9E2738C7}" type="presOf" srcId="{2E59FD85-9258-4B10-8128-DA089D044E8D}" destId="{D1AA231E-D3E2-435E-9C95-6374A4E9EB4E}" srcOrd="1" destOrd="0" presId="urn:microsoft.com/office/officeart/2005/8/layout/vProcess5"/>
    <dgm:cxn modelId="{2CD491E9-59BF-43CF-9363-3BE9308365B8}" type="presOf" srcId="{799A1CA6-636E-4EA2-8F9F-307E9AC00FDA}" destId="{0E7CFE12-B1B5-4ADF-BB0C-648961CD2D05}" srcOrd="0" destOrd="0" presId="urn:microsoft.com/office/officeart/2005/8/layout/vProcess5"/>
    <dgm:cxn modelId="{85170F28-27DE-4D30-8B70-1E4094EACE6C}" type="presParOf" srcId="{90D05177-76A8-46A3-B9F0-651C12FB8C16}" destId="{D803625E-690A-4EC5-951B-2ECAA7897A58}" srcOrd="0" destOrd="0" presId="urn:microsoft.com/office/officeart/2005/8/layout/vProcess5"/>
    <dgm:cxn modelId="{045F47FE-90F3-4229-9DA5-DAD6D21FBA84}" type="presParOf" srcId="{90D05177-76A8-46A3-B9F0-651C12FB8C16}" destId="{9C49269F-4C50-47BB-9807-2687D7DBF538}" srcOrd="1" destOrd="0" presId="urn:microsoft.com/office/officeart/2005/8/layout/vProcess5"/>
    <dgm:cxn modelId="{F86A2904-0513-4370-8A20-E99562C289E1}" type="presParOf" srcId="{90D05177-76A8-46A3-B9F0-651C12FB8C16}" destId="{9C6E3B12-2D7D-4505-A776-3F51289D2FF2}" srcOrd="2" destOrd="0" presId="urn:microsoft.com/office/officeart/2005/8/layout/vProcess5"/>
    <dgm:cxn modelId="{1E48629D-2A12-4BDE-BF31-C1DE363AB023}" type="presParOf" srcId="{90D05177-76A8-46A3-B9F0-651C12FB8C16}" destId="{0E7CFE12-B1B5-4ADF-BB0C-648961CD2D05}" srcOrd="3" destOrd="0" presId="urn:microsoft.com/office/officeart/2005/8/layout/vProcess5"/>
    <dgm:cxn modelId="{EADA15AE-EF6C-4419-88E4-6A3280155FDE}" type="presParOf" srcId="{90D05177-76A8-46A3-B9F0-651C12FB8C16}" destId="{DAACDB02-90BE-484D-ADB9-3DE16A720A10}" srcOrd="4" destOrd="0" presId="urn:microsoft.com/office/officeart/2005/8/layout/vProcess5"/>
    <dgm:cxn modelId="{AC336AA0-8C2B-49BF-829A-6A5AA50D85BA}" type="presParOf" srcId="{90D05177-76A8-46A3-B9F0-651C12FB8C16}" destId="{DF5FD6DA-58D9-4DB3-9F7A-BEF02C07BC2D}" srcOrd="5" destOrd="0" presId="urn:microsoft.com/office/officeart/2005/8/layout/vProcess5"/>
    <dgm:cxn modelId="{60DAC0AA-4C21-4BFB-ABA4-BD228C916F69}" type="presParOf" srcId="{90D05177-76A8-46A3-B9F0-651C12FB8C16}" destId="{B8BB4B91-B7AB-4E47-9E06-A235CD891197}" srcOrd="6" destOrd="0" presId="urn:microsoft.com/office/officeart/2005/8/layout/vProcess5"/>
    <dgm:cxn modelId="{4C156B25-3BF7-421B-A9B6-E2BE926A0797}" type="presParOf" srcId="{90D05177-76A8-46A3-B9F0-651C12FB8C16}" destId="{428E9567-544B-4D42-9D0E-FD281D77A31B}" srcOrd="7" destOrd="0" presId="urn:microsoft.com/office/officeart/2005/8/layout/vProcess5"/>
    <dgm:cxn modelId="{D7F8432C-0602-4219-9B59-B355E141BB3D}" type="presParOf" srcId="{90D05177-76A8-46A3-B9F0-651C12FB8C16}" destId="{F5CA59F1-7131-425C-BFF6-FD590159B574}" srcOrd="8" destOrd="0" presId="urn:microsoft.com/office/officeart/2005/8/layout/vProcess5"/>
    <dgm:cxn modelId="{9EB3A3F2-8EEA-456A-B6F2-CCE3907AF0E0}" type="presParOf" srcId="{90D05177-76A8-46A3-B9F0-651C12FB8C16}" destId="{77BB18E2-BDB9-4068-ACF9-B33CCC50E3E4}" srcOrd="9" destOrd="0" presId="urn:microsoft.com/office/officeart/2005/8/layout/vProcess5"/>
    <dgm:cxn modelId="{5421CF7E-B89A-411B-AE6B-EFC983A82525}" type="presParOf" srcId="{90D05177-76A8-46A3-B9F0-651C12FB8C16}" destId="{D37BDAFB-D062-4FDD-B22D-51BE7ECB823E}" srcOrd="10" destOrd="0" presId="urn:microsoft.com/office/officeart/2005/8/layout/vProcess5"/>
    <dgm:cxn modelId="{703F0D25-E768-4085-80CA-D974F1D5C990}" type="presParOf" srcId="{90D05177-76A8-46A3-B9F0-651C12FB8C16}" destId="{D5925C94-7C64-42D4-9841-21F6B538C7DB}" srcOrd="11" destOrd="0" presId="urn:microsoft.com/office/officeart/2005/8/layout/vProcess5"/>
    <dgm:cxn modelId="{AEBF4725-151B-41A6-99BF-02922FACA6D6}" type="presParOf" srcId="{90D05177-76A8-46A3-B9F0-651C12FB8C16}" destId="{B3EF4CAF-EEA6-411E-824B-C45EA502BA24}" srcOrd="12" destOrd="0" presId="urn:microsoft.com/office/officeart/2005/8/layout/vProcess5"/>
    <dgm:cxn modelId="{6658408C-FF79-4B20-B997-68E84FA91712}" type="presParOf" srcId="{90D05177-76A8-46A3-B9F0-651C12FB8C16}" destId="{D3BF704D-7B47-4108-8040-B2E1FB0535A2}" srcOrd="13" destOrd="0" presId="urn:microsoft.com/office/officeart/2005/8/layout/vProcess5"/>
    <dgm:cxn modelId="{125F7249-56F1-404C-9F36-45BF3524333B}" type="presParOf" srcId="{90D05177-76A8-46A3-B9F0-651C12FB8C16}" destId="{D1AA231E-D3E2-435E-9C95-6374A4E9EB4E}"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B75E22-53E3-4941-BE64-858917E7F83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74DDED6B-9FB6-441C-9476-B6682C9B7519}">
      <dgm:prSet/>
      <dgm:spPr/>
      <dgm:t>
        <a:bodyPr/>
        <a:lstStyle/>
        <a:p>
          <a:r>
            <a:rPr lang="en-IN" b="0" i="0"/>
            <a:t>K-Nearest Neighbors</a:t>
          </a:r>
        </a:p>
      </dgm:t>
    </dgm:pt>
    <dgm:pt modelId="{ABF2832F-6C31-44AF-AC0E-58B2A8027C9F}" type="parTrans" cxnId="{8171931D-9302-4B3D-9E2A-5BBAF50DF21E}">
      <dgm:prSet/>
      <dgm:spPr/>
      <dgm:t>
        <a:bodyPr/>
        <a:lstStyle/>
        <a:p>
          <a:endParaRPr lang="en-IN"/>
        </a:p>
      </dgm:t>
    </dgm:pt>
    <dgm:pt modelId="{83381EEA-207D-4658-B7AF-F3254122EA40}" type="sibTrans" cxnId="{8171931D-9302-4B3D-9E2A-5BBAF50DF21E}">
      <dgm:prSet/>
      <dgm:spPr/>
      <dgm:t>
        <a:bodyPr/>
        <a:lstStyle/>
        <a:p>
          <a:endParaRPr lang="en-IN"/>
        </a:p>
      </dgm:t>
    </dgm:pt>
    <dgm:pt modelId="{A45419E2-9DAC-4920-B109-225330BA6C6C}">
      <dgm:prSet/>
      <dgm:spPr/>
      <dgm:t>
        <a:bodyPr/>
        <a:lstStyle/>
        <a:p>
          <a:r>
            <a:rPr lang="en-IN" b="0" i="0"/>
            <a:t>Decision Tree</a:t>
          </a:r>
        </a:p>
      </dgm:t>
    </dgm:pt>
    <dgm:pt modelId="{8389E3A1-6C5E-40E6-BDDE-930A36BAC5FD}" type="parTrans" cxnId="{AF0854A9-21CF-478D-A395-9F890650AA70}">
      <dgm:prSet/>
      <dgm:spPr/>
      <dgm:t>
        <a:bodyPr/>
        <a:lstStyle/>
        <a:p>
          <a:endParaRPr lang="en-IN"/>
        </a:p>
      </dgm:t>
    </dgm:pt>
    <dgm:pt modelId="{ECFF520C-E1E3-4617-8E46-A2EE0A87DC88}" type="sibTrans" cxnId="{AF0854A9-21CF-478D-A395-9F890650AA70}">
      <dgm:prSet/>
      <dgm:spPr/>
      <dgm:t>
        <a:bodyPr/>
        <a:lstStyle/>
        <a:p>
          <a:endParaRPr lang="en-IN"/>
        </a:p>
      </dgm:t>
    </dgm:pt>
    <dgm:pt modelId="{34C02DE9-DC4C-4225-B3E1-C9DD50EFE3D5}">
      <dgm:prSet/>
      <dgm:spPr/>
      <dgm:t>
        <a:bodyPr/>
        <a:lstStyle/>
        <a:p>
          <a:r>
            <a:rPr lang="en-IN" b="0" i="0"/>
            <a:t>Random Forest</a:t>
          </a:r>
        </a:p>
      </dgm:t>
    </dgm:pt>
    <dgm:pt modelId="{E68E5718-144D-4ECD-A4DC-0622EFC749FD}" type="parTrans" cxnId="{2EB312F3-908C-4091-A9E6-2F26565260FC}">
      <dgm:prSet/>
      <dgm:spPr/>
      <dgm:t>
        <a:bodyPr/>
        <a:lstStyle/>
        <a:p>
          <a:endParaRPr lang="en-IN"/>
        </a:p>
      </dgm:t>
    </dgm:pt>
    <dgm:pt modelId="{03EA9A9D-7D88-4F11-9B61-E8BD9DF7A13B}" type="sibTrans" cxnId="{2EB312F3-908C-4091-A9E6-2F26565260FC}">
      <dgm:prSet/>
      <dgm:spPr/>
      <dgm:t>
        <a:bodyPr/>
        <a:lstStyle/>
        <a:p>
          <a:endParaRPr lang="en-IN"/>
        </a:p>
      </dgm:t>
    </dgm:pt>
    <dgm:pt modelId="{CDB05D45-B4DC-4E8C-A993-9F204CCF8D59}">
      <dgm:prSet/>
      <dgm:spPr/>
      <dgm:t>
        <a:bodyPr/>
        <a:lstStyle/>
        <a:p>
          <a:r>
            <a:rPr lang="en-IN" b="0" i="0"/>
            <a:t>Support Vector Machine</a:t>
          </a:r>
        </a:p>
      </dgm:t>
    </dgm:pt>
    <dgm:pt modelId="{0D31AA52-477F-4967-AC4B-29DB9FB56E43}" type="parTrans" cxnId="{35760110-D22B-4C9C-A426-76D18B1A5512}">
      <dgm:prSet/>
      <dgm:spPr/>
      <dgm:t>
        <a:bodyPr/>
        <a:lstStyle/>
        <a:p>
          <a:endParaRPr lang="en-IN"/>
        </a:p>
      </dgm:t>
    </dgm:pt>
    <dgm:pt modelId="{A0648F9E-DE5B-42D3-9AAB-F6E8EFC42F3E}" type="sibTrans" cxnId="{35760110-D22B-4C9C-A426-76D18B1A5512}">
      <dgm:prSet/>
      <dgm:spPr/>
      <dgm:t>
        <a:bodyPr/>
        <a:lstStyle/>
        <a:p>
          <a:endParaRPr lang="en-IN"/>
        </a:p>
      </dgm:t>
    </dgm:pt>
    <dgm:pt modelId="{D1D869C4-872D-4E84-8BDE-FD76DBEE3214}">
      <dgm:prSet/>
      <dgm:spPr/>
      <dgm:t>
        <a:bodyPr/>
        <a:lstStyle/>
        <a:p>
          <a:r>
            <a:rPr lang="en-IN" b="0" i="0"/>
            <a:t>Logistic Regression</a:t>
          </a:r>
        </a:p>
      </dgm:t>
    </dgm:pt>
    <dgm:pt modelId="{DDE69C1F-9426-4B05-A073-99554014B824}" type="parTrans" cxnId="{56DB084A-8337-4812-9831-540711369353}">
      <dgm:prSet/>
      <dgm:spPr/>
      <dgm:t>
        <a:bodyPr/>
        <a:lstStyle/>
        <a:p>
          <a:endParaRPr lang="en-IN"/>
        </a:p>
      </dgm:t>
    </dgm:pt>
    <dgm:pt modelId="{26B8B1D7-6EBB-47F3-A209-A14C66C87E11}" type="sibTrans" cxnId="{56DB084A-8337-4812-9831-540711369353}">
      <dgm:prSet/>
      <dgm:spPr/>
      <dgm:t>
        <a:bodyPr/>
        <a:lstStyle/>
        <a:p>
          <a:endParaRPr lang="en-IN"/>
        </a:p>
      </dgm:t>
    </dgm:pt>
    <dgm:pt modelId="{1C78005B-8E1F-4BC3-AB3E-70E6900E6CC7}">
      <dgm:prSet/>
      <dgm:spPr/>
      <dgm:t>
        <a:bodyPr/>
        <a:lstStyle/>
        <a:p>
          <a:r>
            <a:rPr lang="en-IN" b="0" i="0"/>
            <a:t>Bagging Classifier</a:t>
          </a:r>
        </a:p>
      </dgm:t>
    </dgm:pt>
    <dgm:pt modelId="{861BAD42-706E-4F89-8C22-B34003F1BA0C}" type="parTrans" cxnId="{2AB181BE-B056-406B-BC97-24CC62FA52BE}">
      <dgm:prSet/>
      <dgm:spPr/>
      <dgm:t>
        <a:bodyPr/>
        <a:lstStyle/>
        <a:p>
          <a:endParaRPr lang="en-IN"/>
        </a:p>
      </dgm:t>
    </dgm:pt>
    <dgm:pt modelId="{45166359-E8EA-4558-AF42-D4999773EE25}" type="sibTrans" cxnId="{2AB181BE-B056-406B-BC97-24CC62FA52BE}">
      <dgm:prSet/>
      <dgm:spPr/>
      <dgm:t>
        <a:bodyPr/>
        <a:lstStyle/>
        <a:p>
          <a:endParaRPr lang="en-IN"/>
        </a:p>
      </dgm:t>
    </dgm:pt>
    <dgm:pt modelId="{ECE5E056-626A-4591-B0D6-F31CF46A98B2}">
      <dgm:prSet/>
      <dgm:spPr/>
      <dgm:t>
        <a:bodyPr/>
        <a:lstStyle/>
        <a:p>
          <a:r>
            <a:rPr lang="en-IN" b="0" i="0"/>
            <a:t>Ada Boost Classifier</a:t>
          </a:r>
        </a:p>
      </dgm:t>
    </dgm:pt>
    <dgm:pt modelId="{6008873B-8867-4758-AAA9-BCB760713DF3}" type="parTrans" cxnId="{DA734C61-0880-43C9-A928-0015B3520BBA}">
      <dgm:prSet/>
      <dgm:spPr/>
      <dgm:t>
        <a:bodyPr/>
        <a:lstStyle/>
        <a:p>
          <a:endParaRPr lang="en-IN"/>
        </a:p>
      </dgm:t>
    </dgm:pt>
    <dgm:pt modelId="{50211C0E-59F3-4F6A-9BC0-A20C35B2B541}" type="sibTrans" cxnId="{DA734C61-0880-43C9-A928-0015B3520BBA}">
      <dgm:prSet/>
      <dgm:spPr/>
      <dgm:t>
        <a:bodyPr/>
        <a:lstStyle/>
        <a:p>
          <a:endParaRPr lang="en-IN"/>
        </a:p>
      </dgm:t>
    </dgm:pt>
    <dgm:pt modelId="{FD3522EC-7954-499A-B8B0-69B23E80FA98}">
      <dgm:prSet/>
      <dgm:spPr/>
      <dgm:t>
        <a:bodyPr/>
        <a:lstStyle/>
        <a:p>
          <a:r>
            <a:rPr lang="en-IN" b="0" i="0"/>
            <a:t>Gradient Boosting</a:t>
          </a:r>
        </a:p>
      </dgm:t>
    </dgm:pt>
    <dgm:pt modelId="{CAD67A56-C4C6-4D48-A166-A65A4AB8B848}" type="parTrans" cxnId="{D278F5BD-451C-4CBF-86DE-51B00947A972}">
      <dgm:prSet/>
      <dgm:spPr/>
      <dgm:t>
        <a:bodyPr/>
        <a:lstStyle/>
        <a:p>
          <a:endParaRPr lang="en-IN"/>
        </a:p>
      </dgm:t>
    </dgm:pt>
    <dgm:pt modelId="{2BAD8149-4EB3-45EC-AEFC-C6C928DF247C}" type="sibTrans" cxnId="{D278F5BD-451C-4CBF-86DE-51B00947A972}">
      <dgm:prSet/>
      <dgm:spPr/>
      <dgm:t>
        <a:bodyPr/>
        <a:lstStyle/>
        <a:p>
          <a:endParaRPr lang="en-IN"/>
        </a:p>
      </dgm:t>
    </dgm:pt>
    <dgm:pt modelId="{C3C49F61-CA86-4DCD-BD2C-51241249E3E5}">
      <dgm:prSet/>
      <dgm:spPr/>
      <dgm:t>
        <a:bodyPr/>
        <a:lstStyle/>
        <a:p>
          <a:r>
            <a:rPr lang="en-IN" b="0" i="0"/>
            <a:t>Naive Bayes</a:t>
          </a:r>
        </a:p>
      </dgm:t>
    </dgm:pt>
    <dgm:pt modelId="{11C8F7D1-C0ED-40B1-93B1-B8C8586F380E}" type="parTrans" cxnId="{07F93CE6-904A-4002-AF78-E9BA1181462D}">
      <dgm:prSet/>
      <dgm:spPr/>
      <dgm:t>
        <a:bodyPr/>
        <a:lstStyle/>
        <a:p>
          <a:endParaRPr lang="en-IN"/>
        </a:p>
      </dgm:t>
    </dgm:pt>
    <dgm:pt modelId="{2823F533-EB7A-4D50-980E-3D8DAF3B3797}" type="sibTrans" cxnId="{07F93CE6-904A-4002-AF78-E9BA1181462D}">
      <dgm:prSet/>
      <dgm:spPr/>
      <dgm:t>
        <a:bodyPr/>
        <a:lstStyle/>
        <a:p>
          <a:endParaRPr lang="en-IN"/>
        </a:p>
      </dgm:t>
    </dgm:pt>
    <dgm:pt modelId="{CE21DAAF-3990-4FBF-B0BD-442FC94083D1}" type="pres">
      <dgm:prSet presAssocID="{27B75E22-53E3-4941-BE64-858917E7F834}" presName="linear" presStyleCnt="0">
        <dgm:presLayoutVars>
          <dgm:animLvl val="lvl"/>
          <dgm:resizeHandles val="exact"/>
        </dgm:presLayoutVars>
      </dgm:prSet>
      <dgm:spPr/>
    </dgm:pt>
    <dgm:pt modelId="{51C6A812-0412-4CD0-90D1-9DD8B46D1905}" type="pres">
      <dgm:prSet presAssocID="{74DDED6B-9FB6-441C-9476-B6682C9B7519}" presName="parentText" presStyleLbl="node1" presStyleIdx="0" presStyleCnt="9">
        <dgm:presLayoutVars>
          <dgm:chMax val="0"/>
          <dgm:bulletEnabled val="1"/>
        </dgm:presLayoutVars>
      </dgm:prSet>
      <dgm:spPr/>
    </dgm:pt>
    <dgm:pt modelId="{0D678D64-F605-4612-A305-874598DE3FA5}" type="pres">
      <dgm:prSet presAssocID="{83381EEA-207D-4658-B7AF-F3254122EA40}" presName="spacer" presStyleCnt="0"/>
      <dgm:spPr/>
    </dgm:pt>
    <dgm:pt modelId="{E970A7F4-86FD-4581-AF33-2054DB779626}" type="pres">
      <dgm:prSet presAssocID="{A45419E2-9DAC-4920-B109-225330BA6C6C}" presName="parentText" presStyleLbl="node1" presStyleIdx="1" presStyleCnt="9">
        <dgm:presLayoutVars>
          <dgm:chMax val="0"/>
          <dgm:bulletEnabled val="1"/>
        </dgm:presLayoutVars>
      </dgm:prSet>
      <dgm:spPr/>
    </dgm:pt>
    <dgm:pt modelId="{0CB9FCE9-70BF-44B2-A1DD-707618B69599}" type="pres">
      <dgm:prSet presAssocID="{ECFF520C-E1E3-4617-8E46-A2EE0A87DC88}" presName="spacer" presStyleCnt="0"/>
      <dgm:spPr/>
    </dgm:pt>
    <dgm:pt modelId="{B7D7FA7B-74EC-4D29-A1B3-EDD22B23AACE}" type="pres">
      <dgm:prSet presAssocID="{34C02DE9-DC4C-4225-B3E1-C9DD50EFE3D5}" presName="parentText" presStyleLbl="node1" presStyleIdx="2" presStyleCnt="9">
        <dgm:presLayoutVars>
          <dgm:chMax val="0"/>
          <dgm:bulletEnabled val="1"/>
        </dgm:presLayoutVars>
      </dgm:prSet>
      <dgm:spPr/>
    </dgm:pt>
    <dgm:pt modelId="{6CA5805F-2FF9-4415-8C83-BEE8D811877F}" type="pres">
      <dgm:prSet presAssocID="{03EA9A9D-7D88-4F11-9B61-E8BD9DF7A13B}" presName="spacer" presStyleCnt="0"/>
      <dgm:spPr/>
    </dgm:pt>
    <dgm:pt modelId="{19C942D2-DE04-4EC5-9280-F19169914FBA}" type="pres">
      <dgm:prSet presAssocID="{CDB05D45-B4DC-4E8C-A993-9F204CCF8D59}" presName="parentText" presStyleLbl="node1" presStyleIdx="3" presStyleCnt="9">
        <dgm:presLayoutVars>
          <dgm:chMax val="0"/>
          <dgm:bulletEnabled val="1"/>
        </dgm:presLayoutVars>
      </dgm:prSet>
      <dgm:spPr/>
    </dgm:pt>
    <dgm:pt modelId="{E8763D56-947D-4A1D-BBAD-958AD9CE069B}" type="pres">
      <dgm:prSet presAssocID="{A0648F9E-DE5B-42D3-9AAB-F6E8EFC42F3E}" presName="spacer" presStyleCnt="0"/>
      <dgm:spPr/>
    </dgm:pt>
    <dgm:pt modelId="{EAE3B683-A657-402D-B2BA-3557FFEF6A78}" type="pres">
      <dgm:prSet presAssocID="{D1D869C4-872D-4E84-8BDE-FD76DBEE3214}" presName="parentText" presStyleLbl="node1" presStyleIdx="4" presStyleCnt="9">
        <dgm:presLayoutVars>
          <dgm:chMax val="0"/>
          <dgm:bulletEnabled val="1"/>
        </dgm:presLayoutVars>
      </dgm:prSet>
      <dgm:spPr/>
    </dgm:pt>
    <dgm:pt modelId="{088B6AD2-EB8E-420D-965C-2D52F9F827AC}" type="pres">
      <dgm:prSet presAssocID="{26B8B1D7-6EBB-47F3-A209-A14C66C87E11}" presName="spacer" presStyleCnt="0"/>
      <dgm:spPr/>
    </dgm:pt>
    <dgm:pt modelId="{F5C46758-E9B7-46B8-B5A3-2BBDFFF15073}" type="pres">
      <dgm:prSet presAssocID="{1C78005B-8E1F-4BC3-AB3E-70E6900E6CC7}" presName="parentText" presStyleLbl="node1" presStyleIdx="5" presStyleCnt="9">
        <dgm:presLayoutVars>
          <dgm:chMax val="0"/>
          <dgm:bulletEnabled val="1"/>
        </dgm:presLayoutVars>
      </dgm:prSet>
      <dgm:spPr/>
    </dgm:pt>
    <dgm:pt modelId="{F0A4DF1F-2DC0-4A86-9E16-81646EC8C8C5}" type="pres">
      <dgm:prSet presAssocID="{45166359-E8EA-4558-AF42-D4999773EE25}" presName="spacer" presStyleCnt="0"/>
      <dgm:spPr/>
    </dgm:pt>
    <dgm:pt modelId="{639AD3E6-7877-43C5-BCBC-B0F42FDD3299}" type="pres">
      <dgm:prSet presAssocID="{ECE5E056-626A-4591-B0D6-F31CF46A98B2}" presName="parentText" presStyleLbl="node1" presStyleIdx="6" presStyleCnt="9">
        <dgm:presLayoutVars>
          <dgm:chMax val="0"/>
          <dgm:bulletEnabled val="1"/>
        </dgm:presLayoutVars>
      </dgm:prSet>
      <dgm:spPr/>
    </dgm:pt>
    <dgm:pt modelId="{553F7D6C-3872-49A6-835D-81D1C17A2683}" type="pres">
      <dgm:prSet presAssocID="{50211C0E-59F3-4F6A-9BC0-A20C35B2B541}" presName="spacer" presStyleCnt="0"/>
      <dgm:spPr/>
    </dgm:pt>
    <dgm:pt modelId="{D05E81D5-56B5-49C1-BE1F-ED4FB3128C70}" type="pres">
      <dgm:prSet presAssocID="{FD3522EC-7954-499A-B8B0-69B23E80FA98}" presName="parentText" presStyleLbl="node1" presStyleIdx="7" presStyleCnt="9">
        <dgm:presLayoutVars>
          <dgm:chMax val="0"/>
          <dgm:bulletEnabled val="1"/>
        </dgm:presLayoutVars>
      </dgm:prSet>
      <dgm:spPr/>
    </dgm:pt>
    <dgm:pt modelId="{711E2AA2-21D7-4E7C-A85D-BC083D02E24D}" type="pres">
      <dgm:prSet presAssocID="{2BAD8149-4EB3-45EC-AEFC-C6C928DF247C}" presName="spacer" presStyleCnt="0"/>
      <dgm:spPr/>
    </dgm:pt>
    <dgm:pt modelId="{26C7D9CC-74CB-45D3-9DD2-0CE56071F60C}" type="pres">
      <dgm:prSet presAssocID="{C3C49F61-CA86-4DCD-BD2C-51241249E3E5}" presName="parentText" presStyleLbl="node1" presStyleIdx="8" presStyleCnt="9">
        <dgm:presLayoutVars>
          <dgm:chMax val="0"/>
          <dgm:bulletEnabled val="1"/>
        </dgm:presLayoutVars>
      </dgm:prSet>
      <dgm:spPr/>
    </dgm:pt>
  </dgm:ptLst>
  <dgm:cxnLst>
    <dgm:cxn modelId="{074AA00C-8B13-4530-AAB7-599DA6DBFD37}" type="presOf" srcId="{C3C49F61-CA86-4DCD-BD2C-51241249E3E5}" destId="{26C7D9CC-74CB-45D3-9DD2-0CE56071F60C}" srcOrd="0" destOrd="0" presId="urn:microsoft.com/office/officeart/2005/8/layout/vList2"/>
    <dgm:cxn modelId="{35760110-D22B-4C9C-A426-76D18B1A5512}" srcId="{27B75E22-53E3-4941-BE64-858917E7F834}" destId="{CDB05D45-B4DC-4E8C-A993-9F204CCF8D59}" srcOrd="3" destOrd="0" parTransId="{0D31AA52-477F-4967-AC4B-29DB9FB56E43}" sibTransId="{A0648F9E-DE5B-42D3-9AAB-F6E8EFC42F3E}"/>
    <dgm:cxn modelId="{67980314-4D92-4D80-A56D-E10E28609D49}" type="presOf" srcId="{CDB05D45-B4DC-4E8C-A993-9F204CCF8D59}" destId="{19C942D2-DE04-4EC5-9280-F19169914FBA}" srcOrd="0" destOrd="0" presId="urn:microsoft.com/office/officeart/2005/8/layout/vList2"/>
    <dgm:cxn modelId="{8171931D-9302-4B3D-9E2A-5BBAF50DF21E}" srcId="{27B75E22-53E3-4941-BE64-858917E7F834}" destId="{74DDED6B-9FB6-441C-9476-B6682C9B7519}" srcOrd="0" destOrd="0" parTransId="{ABF2832F-6C31-44AF-AC0E-58B2A8027C9F}" sibTransId="{83381EEA-207D-4658-B7AF-F3254122EA40}"/>
    <dgm:cxn modelId="{EDB01727-21D0-4378-A771-6F142B15FC0C}" type="presOf" srcId="{FD3522EC-7954-499A-B8B0-69B23E80FA98}" destId="{D05E81D5-56B5-49C1-BE1F-ED4FB3128C70}" srcOrd="0" destOrd="0" presId="urn:microsoft.com/office/officeart/2005/8/layout/vList2"/>
    <dgm:cxn modelId="{45A4F631-5D9A-4D72-87EF-0A078C8DB2C1}" type="presOf" srcId="{34C02DE9-DC4C-4225-B3E1-C9DD50EFE3D5}" destId="{B7D7FA7B-74EC-4D29-A1B3-EDD22B23AACE}" srcOrd="0" destOrd="0" presId="urn:microsoft.com/office/officeart/2005/8/layout/vList2"/>
    <dgm:cxn modelId="{DA734C61-0880-43C9-A928-0015B3520BBA}" srcId="{27B75E22-53E3-4941-BE64-858917E7F834}" destId="{ECE5E056-626A-4591-B0D6-F31CF46A98B2}" srcOrd="6" destOrd="0" parTransId="{6008873B-8867-4758-AAA9-BCB760713DF3}" sibTransId="{50211C0E-59F3-4F6A-9BC0-A20C35B2B541}"/>
    <dgm:cxn modelId="{56DB084A-8337-4812-9831-540711369353}" srcId="{27B75E22-53E3-4941-BE64-858917E7F834}" destId="{D1D869C4-872D-4E84-8BDE-FD76DBEE3214}" srcOrd="4" destOrd="0" parTransId="{DDE69C1F-9426-4B05-A073-99554014B824}" sibTransId="{26B8B1D7-6EBB-47F3-A209-A14C66C87E11}"/>
    <dgm:cxn modelId="{9EDA947B-E0C6-46E8-B2DD-8D89EB46BF9F}" type="presOf" srcId="{D1D869C4-872D-4E84-8BDE-FD76DBEE3214}" destId="{EAE3B683-A657-402D-B2BA-3557FFEF6A78}" srcOrd="0" destOrd="0" presId="urn:microsoft.com/office/officeart/2005/8/layout/vList2"/>
    <dgm:cxn modelId="{E370337F-6662-4148-B74B-F95607EEEF80}" type="presOf" srcId="{27B75E22-53E3-4941-BE64-858917E7F834}" destId="{CE21DAAF-3990-4FBF-B0BD-442FC94083D1}" srcOrd="0" destOrd="0" presId="urn:microsoft.com/office/officeart/2005/8/layout/vList2"/>
    <dgm:cxn modelId="{4BBF1888-B995-4B48-9967-DE85BE6019AB}" type="presOf" srcId="{74DDED6B-9FB6-441C-9476-B6682C9B7519}" destId="{51C6A812-0412-4CD0-90D1-9DD8B46D1905}" srcOrd="0" destOrd="0" presId="urn:microsoft.com/office/officeart/2005/8/layout/vList2"/>
    <dgm:cxn modelId="{95200D8B-BAD0-4C8D-9ED3-2D9B23319029}" type="presOf" srcId="{1C78005B-8E1F-4BC3-AB3E-70E6900E6CC7}" destId="{F5C46758-E9B7-46B8-B5A3-2BBDFFF15073}" srcOrd="0" destOrd="0" presId="urn:microsoft.com/office/officeart/2005/8/layout/vList2"/>
    <dgm:cxn modelId="{AF0854A9-21CF-478D-A395-9F890650AA70}" srcId="{27B75E22-53E3-4941-BE64-858917E7F834}" destId="{A45419E2-9DAC-4920-B109-225330BA6C6C}" srcOrd="1" destOrd="0" parTransId="{8389E3A1-6C5E-40E6-BDDE-930A36BAC5FD}" sibTransId="{ECFF520C-E1E3-4617-8E46-A2EE0A87DC88}"/>
    <dgm:cxn modelId="{D278F5BD-451C-4CBF-86DE-51B00947A972}" srcId="{27B75E22-53E3-4941-BE64-858917E7F834}" destId="{FD3522EC-7954-499A-B8B0-69B23E80FA98}" srcOrd="7" destOrd="0" parTransId="{CAD67A56-C4C6-4D48-A166-A65A4AB8B848}" sibTransId="{2BAD8149-4EB3-45EC-AEFC-C6C928DF247C}"/>
    <dgm:cxn modelId="{2AB181BE-B056-406B-BC97-24CC62FA52BE}" srcId="{27B75E22-53E3-4941-BE64-858917E7F834}" destId="{1C78005B-8E1F-4BC3-AB3E-70E6900E6CC7}" srcOrd="5" destOrd="0" parTransId="{861BAD42-706E-4F89-8C22-B34003F1BA0C}" sibTransId="{45166359-E8EA-4558-AF42-D4999773EE25}"/>
    <dgm:cxn modelId="{BAC411DE-4B66-45A1-BEE4-B171EC8496C2}" type="presOf" srcId="{ECE5E056-626A-4591-B0D6-F31CF46A98B2}" destId="{639AD3E6-7877-43C5-BCBC-B0F42FDD3299}" srcOrd="0" destOrd="0" presId="urn:microsoft.com/office/officeart/2005/8/layout/vList2"/>
    <dgm:cxn modelId="{07F93CE6-904A-4002-AF78-E9BA1181462D}" srcId="{27B75E22-53E3-4941-BE64-858917E7F834}" destId="{C3C49F61-CA86-4DCD-BD2C-51241249E3E5}" srcOrd="8" destOrd="0" parTransId="{11C8F7D1-C0ED-40B1-93B1-B8C8586F380E}" sibTransId="{2823F533-EB7A-4D50-980E-3D8DAF3B3797}"/>
    <dgm:cxn modelId="{2EB312F3-908C-4091-A9E6-2F26565260FC}" srcId="{27B75E22-53E3-4941-BE64-858917E7F834}" destId="{34C02DE9-DC4C-4225-B3E1-C9DD50EFE3D5}" srcOrd="2" destOrd="0" parTransId="{E68E5718-144D-4ECD-A4DC-0622EFC749FD}" sibTransId="{03EA9A9D-7D88-4F11-9B61-E8BD9DF7A13B}"/>
    <dgm:cxn modelId="{3230E6F6-B266-4C7B-BA25-83905A4F9887}" type="presOf" srcId="{A45419E2-9DAC-4920-B109-225330BA6C6C}" destId="{E970A7F4-86FD-4581-AF33-2054DB779626}" srcOrd="0" destOrd="0" presId="urn:microsoft.com/office/officeart/2005/8/layout/vList2"/>
    <dgm:cxn modelId="{E3455B10-4D0B-446E-9634-966D803E2321}" type="presParOf" srcId="{CE21DAAF-3990-4FBF-B0BD-442FC94083D1}" destId="{51C6A812-0412-4CD0-90D1-9DD8B46D1905}" srcOrd="0" destOrd="0" presId="urn:microsoft.com/office/officeart/2005/8/layout/vList2"/>
    <dgm:cxn modelId="{281E3953-511C-4111-81C6-6DEA30CEBAA7}" type="presParOf" srcId="{CE21DAAF-3990-4FBF-B0BD-442FC94083D1}" destId="{0D678D64-F605-4612-A305-874598DE3FA5}" srcOrd="1" destOrd="0" presId="urn:microsoft.com/office/officeart/2005/8/layout/vList2"/>
    <dgm:cxn modelId="{EBA997D6-6F6D-4B7C-80CB-5766CC899F48}" type="presParOf" srcId="{CE21DAAF-3990-4FBF-B0BD-442FC94083D1}" destId="{E970A7F4-86FD-4581-AF33-2054DB779626}" srcOrd="2" destOrd="0" presId="urn:microsoft.com/office/officeart/2005/8/layout/vList2"/>
    <dgm:cxn modelId="{1AA8C33B-97E9-4CBF-A0FF-45B3360B4C15}" type="presParOf" srcId="{CE21DAAF-3990-4FBF-B0BD-442FC94083D1}" destId="{0CB9FCE9-70BF-44B2-A1DD-707618B69599}" srcOrd="3" destOrd="0" presId="urn:microsoft.com/office/officeart/2005/8/layout/vList2"/>
    <dgm:cxn modelId="{5954EA9E-B108-410E-92B2-65E5F81DA3FA}" type="presParOf" srcId="{CE21DAAF-3990-4FBF-B0BD-442FC94083D1}" destId="{B7D7FA7B-74EC-4D29-A1B3-EDD22B23AACE}" srcOrd="4" destOrd="0" presId="urn:microsoft.com/office/officeart/2005/8/layout/vList2"/>
    <dgm:cxn modelId="{A44E8946-D552-4946-9E3C-00742C94E097}" type="presParOf" srcId="{CE21DAAF-3990-4FBF-B0BD-442FC94083D1}" destId="{6CA5805F-2FF9-4415-8C83-BEE8D811877F}" srcOrd="5" destOrd="0" presId="urn:microsoft.com/office/officeart/2005/8/layout/vList2"/>
    <dgm:cxn modelId="{1B69D37C-F72D-4EDD-87AE-65F8A79A08A5}" type="presParOf" srcId="{CE21DAAF-3990-4FBF-B0BD-442FC94083D1}" destId="{19C942D2-DE04-4EC5-9280-F19169914FBA}" srcOrd="6" destOrd="0" presId="urn:microsoft.com/office/officeart/2005/8/layout/vList2"/>
    <dgm:cxn modelId="{053AAE61-0A6D-45A3-84C5-67E5D4D42377}" type="presParOf" srcId="{CE21DAAF-3990-4FBF-B0BD-442FC94083D1}" destId="{E8763D56-947D-4A1D-BBAD-958AD9CE069B}" srcOrd="7" destOrd="0" presId="urn:microsoft.com/office/officeart/2005/8/layout/vList2"/>
    <dgm:cxn modelId="{A3683456-570D-4D53-A18F-4232FCB4F728}" type="presParOf" srcId="{CE21DAAF-3990-4FBF-B0BD-442FC94083D1}" destId="{EAE3B683-A657-402D-B2BA-3557FFEF6A78}" srcOrd="8" destOrd="0" presId="urn:microsoft.com/office/officeart/2005/8/layout/vList2"/>
    <dgm:cxn modelId="{02872242-9604-4816-958D-DC80258431DC}" type="presParOf" srcId="{CE21DAAF-3990-4FBF-B0BD-442FC94083D1}" destId="{088B6AD2-EB8E-420D-965C-2D52F9F827AC}" srcOrd="9" destOrd="0" presId="urn:microsoft.com/office/officeart/2005/8/layout/vList2"/>
    <dgm:cxn modelId="{DF1831F0-8644-421E-915A-40D6ED416A5E}" type="presParOf" srcId="{CE21DAAF-3990-4FBF-B0BD-442FC94083D1}" destId="{F5C46758-E9B7-46B8-B5A3-2BBDFFF15073}" srcOrd="10" destOrd="0" presId="urn:microsoft.com/office/officeart/2005/8/layout/vList2"/>
    <dgm:cxn modelId="{2100F8E6-D2D2-470D-B35F-25840D4B0FF0}" type="presParOf" srcId="{CE21DAAF-3990-4FBF-B0BD-442FC94083D1}" destId="{F0A4DF1F-2DC0-4A86-9E16-81646EC8C8C5}" srcOrd="11" destOrd="0" presId="urn:microsoft.com/office/officeart/2005/8/layout/vList2"/>
    <dgm:cxn modelId="{90893FEC-F5BE-4234-9631-FAA7929E99F1}" type="presParOf" srcId="{CE21DAAF-3990-4FBF-B0BD-442FC94083D1}" destId="{639AD3E6-7877-43C5-BCBC-B0F42FDD3299}" srcOrd="12" destOrd="0" presId="urn:microsoft.com/office/officeart/2005/8/layout/vList2"/>
    <dgm:cxn modelId="{9CBBDA5E-7752-48A7-A5AB-CAE720AB9EFB}" type="presParOf" srcId="{CE21DAAF-3990-4FBF-B0BD-442FC94083D1}" destId="{553F7D6C-3872-49A6-835D-81D1C17A2683}" srcOrd="13" destOrd="0" presId="urn:microsoft.com/office/officeart/2005/8/layout/vList2"/>
    <dgm:cxn modelId="{2EA3580B-F764-42CE-893E-22BF68B2D723}" type="presParOf" srcId="{CE21DAAF-3990-4FBF-B0BD-442FC94083D1}" destId="{D05E81D5-56B5-49C1-BE1F-ED4FB3128C70}" srcOrd="14" destOrd="0" presId="urn:microsoft.com/office/officeart/2005/8/layout/vList2"/>
    <dgm:cxn modelId="{814AE204-6633-44A6-BD7C-DC052CEA42F6}" type="presParOf" srcId="{CE21DAAF-3990-4FBF-B0BD-442FC94083D1}" destId="{711E2AA2-21D7-4E7C-A85D-BC083D02E24D}" srcOrd="15" destOrd="0" presId="urn:microsoft.com/office/officeart/2005/8/layout/vList2"/>
    <dgm:cxn modelId="{E1442DE5-E8BE-4486-A090-24E617CE6271}" type="presParOf" srcId="{CE21DAAF-3990-4FBF-B0BD-442FC94083D1}" destId="{26C7D9CC-74CB-45D3-9DD2-0CE56071F60C}" srcOrd="1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F0D40C-8E4D-410D-AD1F-BB41A6B1DF2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6A20C5C-8603-4353-B11E-E75261A1AF1B}">
      <dgm:prSet/>
      <dgm:spPr/>
      <dgm:t>
        <a:bodyPr/>
        <a:lstStyle/>
        <a:p>
          <a:r>
            <a:rPr lang="en-IN" dirty="0"/>
            <a:t>To complete the deployment, we used Streamlit cloud  </a:t>
          </a:r>
          <a:endParaRPr lang="en-US" dirty="0"/>
        </a:p>
      </dgm:t>
    </dgm:pt>
    <dgm:pt modelId="{4F56826F-64AC-4FDA-AF93-CFE635E776F1}" type="parTrans" cxnId="{30B710F5-BA97-4440-8A7E-6177B6E31C65}">
      <dgm:prSet/>
      <dgm:spPr/>
      <dgm:t>
        <a:bodyPr/>
        <a:lstStyle/>
        <a:p>
          <a:endParaRPr lang="en-US"/>
        </a:p>
      </dgm:t>
    </dgm:pt>
    <dgm:pt modelId="{9EC35D88-C34D-45CD-85DA-3BD5A7BAF87C}" type="sibTrans" cxnId="{30B710F5-BA97-4440-8A7E-6177B6E31C65}">
      <dgm:prSet/>
      <dgm:spPr/>
      <dgm:t>
        <a:bodyPr/>
        <a:lstStyle/>
        <a:p>
          <a:endParaRPr lang="en-US"/>
        </a:p>
      </dgm:t>
    </dgm:pt>
    <dgm:pt modelId="{BCAA972F-F3D5-4CA9-9D36-5690AFBED772}">
      <dgm:prSet/>
      <dgm:spPr/>
      <dgm:t>
        <a:bodyPr/>
        <a:lstStyle/>
        <a:p>
          <a:r>
            <a:rPr lang="en-IN"/>
            <a:t>We have rendered the deployment use the GitHub</a:t>
          </a:r>
          <a:endParaRPr lang="en-US"/>
        </a:p>
      </dgm:t>
    </dgm:pt>
    <dgm:pt modelId="{9F65B30B-6B4D-476D-93FB-C6B61EA0CB07}" type="parTrans" cxnId="{52E195C0-17EC-405E-AFC2-29573899BF70}">
      <dgm:prSet/>
      <dgm:spPr/>
      <dgm:t>
        <a:bodyPr/>
        <a:lstStyle/>
        <a:p>
          <a:endParaRPr lang="en-US"/>
        </a:p>
      </dgm:t>
    </dgm:pt>
    <dgm:pt modelId="{718E7660-FFEA-4415-802E-B4FA442D957D}" type="sibTrans" cxnId="{52E195C0-17EC-405E-AFC2-29573899BF70}">
      <dgm:prSet/>
      <dgm:spPr/>
      <dgm:t>
        <a:bodyPr/>
        <a:lstStyle/>
        <a:p>
          <a:endParaRPr lang="en-US"/>
        </a:p>
      </dgm:t>
    </dgm:pt>
    <dgm:pt modelId="{B943689E-CBA6-4F38-9FB0-00D023F513D6}">
      <dgm:prSet/>
      <dgm:spPr/>
      <dgm:t>
        <a:bodyPr/>
        <a:lstStyle/>
        <a:p>
          <a:r>
            <a:rPr lang="en-IN" dirty="0"/>
            <a:t>Scalability and load balancing</a:t>
          </a:r>
          <a:endParaRPr lang="en-US" dirty="0"/>
        </a:p>
      </dgm:t>
    </dgm:pt>
    <dgm:pt modelId="{23E8380B-B99B-44E4-9BD6-060D72A2B6EE}" type="parTrans" cxnId="{C88A368A-35C5-4868-8F2D-C70DFE0425B0}">
      <dgm:prSet/>
      <dgm:spPr/>
      <dgm:t>
        <a:bodyPr/>
        <a:lstStyle/>
        <a:p>
          <a:endParaRPr lang="en-US"/>
        </a:p>
      </dgm:t>
    </dgm:pt>
    <dgm:pt modelId="{08415816-1A84-4459-A345-600FB47F0705}" type="sibTrans" cxnId="{C88A368A-35C5-4868-8F2D-C70DFE0425B0}">
      <dgm:prSet/>
      <dgm:spPr/>
      <dgm:t>
        <a:bodyPr/>
        <a:lstStyle/>
        <a:p>
          <a:endParaRPr lang="en-US"/>
        </a:p>
      </dgm:t>
    </dgm:pt>
    <dgm:pt modelId="{15D2F176-EC92-4E48-88A4-9C23E618BF7A}">
      <dgm:prSet/>
      <dgm:spPr/>
      <dgm:t>
        <a:bodyPr/>
        <a:lstStyle/>
        <a:p>
          <a:r>
            <a:rPr lang="en-US"/>
            <a:t> Ensure that the model has been thoroughly evaluated with appropriate metrics (e.g., accuracy, precision, recall, F1-score) on the test set and is performing well.</a:t>
          </a:r>
          <a:endParaRPr lang="en-IN"/>
        </a:p>
      </dgm:t>
    </dgm:pt>
    <dgm:pt modelId="{C5074919-6F72-4D5D-9E12-E347DF599F35}" type="parTrans" cxnId="{E2FF39A1-9345-47C0-9ED8-F292DB1A8102}">
      <dgm:prSet/>
      <dgm:spPr/>
      <dgm:t>
        <a:bodyPr/>
        <a:lstStyle/>
        <a:p>
          <a:endParaRPr lang="en-IN"/>
        </a:p>
      </dgm:t>
    </dgm:pt>
    <dgm:pt modelId="{9357E07D-B1E6-4754-AA1B-40530E617BF7}" type="sibTrans" cxnId="{E2FF39A1-9345-47C0-9ED8-F292DB1A8102}">
      <dgm:prSet/>
      <dgm:spPr/>
      <dgm:t>
        <a:bodyPr/>
        <a:lstStyle/>
        <a:p>
          <a:endParaRPr lang="en-IN"/>
        </a:p>
      </dgm:t>
    </dgm:pt>
    <dgm:pt modelId="{60400F99-A702-42FA-BDC4-8763D01728D4}">
      <dgm:prSet/>
      <dgm:spPr/>
      <dgm:t>
        <a:bodyPr/>
        <a:lstStyle/>
        <a:p>
          <a:r>
            <a:rPr lang="en-US"/>
            <a:t>Pickle or Joblib for Python-based models.</a:t>
          </a:r>
          <a:endParaRPr lang="en-IN"/>
        </a:p>
      </dgm:t>
    </dgm:pt>
    <dgm:pt modelId="{9BBA5D26-D5C9-4F04-9D22-0EB6D15E9653}" type="parTrans" cxnId="{C54AF0E5-17DB-4680-B8E3-2FD3134E4808}">
      <dgm:prSet/>
      <dgm:spPr/>
      <dgm:t>
        <a:bodyPr/>
        <a:lstStyle/>
        <a:p>
          <a:endParaRPr lang="en-IN"/>
        </a:p>
      </dgm:t>
    </dgm:pt>
    <dgm:pt modelId="{717A34EF-7246-419D-ACFD-E08A4BC41EB1}" type="sibTrans" cxnId="{C54AF0E5-17DB-4680-B8E3-2FD3134E4808}">
      <dgm:prSet/>
      <dgm:spPr/>
      <dgm:t>
        <a:bodyPr/>
        <a:lstStyle/>
        <a:p>
          <a:endParaRPr lang="en-IN"/>
        </a:p>
      </dgm:t>
    </dgm:pt>
    <dgm:pt modelId="{DC5743D6-A97D-4B08-B430-9A423B953C4A}">
      <dgm:prSet/>
      <dgm:spPr/>
      <dgm:t>
        <a:bodyPr/>
        <a:lstStyle/>
        <a:p>
          <a:r>
            <a:rPr lang="en-US"/>
            <a:t>Set Up a Deployment Environment</a:t>
          </a:r>
          <a:endParaRPr lang="en-IN"/>
        </a:p>
      </dgm:t>
    </dgm:pt>
    <dgm:pt modelId="{C10841C1-B002-4F4A-9AAD-B3E3E7092276}" type="parTrans" cxnId="{513784FA-E0C3-45B9-914E-21A7BC7E9A3B}">
      <dgm:prSet/>
      <dgm:spPr/>
      <dgm:t>
        <a:bodyPr/>
        <a:lstStyle/>
        <a:p>
          <a:endParaRPr lang="en-IN"/>
        </a:p>
      </dgm:t>
    </dgm:pt>
    <dgm:pt modelId="{614622AB-0C45-4DA4-B75B-70C3B61A915B}" type="sibTrans" cxnId="{513784FA-E0C3-45B9-914E-21A7BC7E9A3B}">
      <dgm:prSet/>
      <dgm:spPr/>
      <dgm:t>
        <a:bodyPr/>
        <a:lstStyle/>
        <a:p>
          <a:endParaRPr lang="en-IN"/>
        </a:p>
      </dgm:t>
    </dgm:pt>
    <dgm:pt modelId="{29D19442-3BAF-422A-BD2F-89A8F5A874E6}" type="pres">
      <dgm:prSet presAssocID="{C5F0D40C-8E4D-410D-AD1F-BB41A6B1DF22}" presName="root" presStyleCnt="0">
        <dgm:presLayoutVars>
          <dgm:dir/>
          <dgm:resizeHandles val="exact"/>
        </dgm:presLayoutVars>
      </dgm:prSet>
      <dgm:spPr/>
    </dgm:pt>
    <dgm:pt modelId="{0061E045-5A33-4905-9DE9-30239E336BD2}" type="pres">
      <dgm:prSet presAssocID="{66A20C5C-8603-4353-B11E-E75261A1AF1B}" presName="compNode" presStyleCnt="0"/>
      <dgm:spPr/>
    </dgm:pt>
    <dgm:pt modelId="{5C79DACB-1131-4AC4-840A-6259EEFC9FD2}" type="pres">
      <dgm:prSet presAssocID="{66A20C5C-8603-4353-B11E-E75261A1AF1B}" presName="bgRect" presStyleLbl="bgShp" presStyleIdx="0" presStyleCnt="6"/>
      <dgm:spPr/>
    </dgm:pt>
    <dgm:pt modelId="{9750AF83-5681-477D-847A-30D8CE55320C}" type="pres">
      <dgm:prSet presAssocID="{66A20C5C-8603-4353-B11E-E75261A1AF1B}" presName="iconRect" presStyleLbl="node1" presStyleIdx="0" presStyleCnt="6"/>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7B0BFA05-53C2-4DDE-8563-BADD7ADADD2B}" type="pres">
      <dgm:prSet presAssocID="{66A20C5C-8603-4353-B11E-E75261A1AF1B}" presName="spaceRect" presStyleCnt="0"/>
      <dgm:spPr/>
    </dgm:pt>
    <dgm:pt modelId="{7875F93A-77A3-46DE-BF6D-65A7BC4F47F6}" type="pres">
      <dgm:prSet presAssocID="{66A20C5C-8603-4353-B11E-E75261A1AF1B}" presName="parTx" presStyleLbl="revTx" presStyleIdx="0" presStyleCnt="6">
        <dgm:presLayoutVars>
          <dgm:chMax val="0"/>
          <dgm:chPref val="0"/>
        </dgm:presLayoutVars>
      </dgm:prSet>
      <dgm:spPr/>
    </dgm:pt>
    <dgm:pt modelId="{376F6BB2-F7EB-4CE4-8629-11E35D892ECC}" type="pres">
      <dgm:prSet presAssocID="{9EC35D88-C34D-45CD-85DA-3BD5A7BAF87C}" presName="sibTrans" presStyleCnt="0"/>
      <dgm:spPr/>
    </dgm:pt>
    <dgm:pt modelId="{748BEFA3-69C1-4608-9F28-801E99DCD446}" type="pres">
      <dgm:prSet presAssocID="{BCAA972F-F3D5-4CA9-9D36-5690AFBED772}" presName="compNode" presStyleCnt="0"/>
      <dgm:spPr/>
    </dgm:pt>
    <dgm:pt modelId="{ECD164AD-0317-4EB2-AC39-400071554929}" type="pres">
      <dgm:prSet presAssocID="{BCAA972F-F3D5-4CA9-9D36-5690AFBED772}" presName="bgRect" presStyleLbl="bgShp" presStyleIdx="1" presStyleCnt="6"/>
      <dgm:spPr/>
    </dgm:pt>
    <dgm:pt modelId="{06BFC80A-40EF-4CF9-9149-78422B660421}" type="pres">
      <dgm:prSet presAssocID="{BCAA972F-F3D5-4CA9-9D36-5690AFBED772}" presName="iconRect" presStyleLbl="node1" presStyleIdx="1" presStyleCnt="6"/>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D6148574-D280-4896-82DC-3B4B1FF3ED8E}" type="pres">
      <dgm:prSet presAssocID="{BCAA972F-F3D5-4CA9-9D36-5690AFBED772}" presName="spaceRect" presStyleCnt="0"/>
      <dgm:spPr/>
    </dgm:pt>
    <dgm:pt modelId="{DF174AAA-3464-4E3A-B25A-56E9C265E098}" type="pres">
      <dgm:prSet presAssocID="{BCAA972F-F3D5-4CA9-9D36-5690AFBED772}" presName="parTx" presStyleLbl="revTx" presStyleIdx="1" presStyleCnt="6">
        <dgm:presLayoutVars>
          <dgm:chMax val="0"/>
          <dgm:chPref val="0"/>
        </dgm:presLayoutVars>
      </dgm:prSet>
      <dgm:spPr/>
    </dgm:pt>
    <dgm:pt modelId="{199D4E9A-35B9-452D-B43B-4FBDAC84490D}" type="pres">
      <dgm:prSet presAssocID="{718E7660-FFEA-4415-802E-B4FA442D957D}" presName="sibTrans" presStyleCnt="0"/>
      <dgm:spPr/>
    </dgm:pt>
    <dgm:pt modelId="{D00135CB-DCCE-4657-B837-6F25EB26BEB5}" type="pres">
      <dgm:prSet presAssocID="{B943689E-CBA6-4F38-9FB0-00D023F513D6}" presName="compNode" presStyleCnt="0"/>
      <dgm:spPr/>
    </dgm:pt>
    <dgm:pt modelId="{216D812B-6192-4AC6-A0E1-0B463B89291C}" type="pres">
      <dgm:prSet presAssocID="{B943689E-CBA6-4F38-9FB0-00D023F513D6}" presName="bgRect" presStyleLbl="bgShp" presStyleIdx="2" presStyleCnt="6" custLinFactNeighborX="3"/>
      <dgm:spPr/>
    </dgm:pt>
    <dgm:pt modelId="{5ADB4EB3-93FE-4998-AFE8-59A82FF4EADA}" type="pres">
      <dgm:prSet presAssocID="{B943689E-CBA6-4F38-9FB0-00D023F513D6}" presName="iconRect" presStyleLbl="node1" presStyleIdx="2" presStyleCnt="6"/>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197C1B03-C4E3-4284-9A9F-3881C4C2C15A}" type="pres">
      <dgm:prSet presAssocID="{B943689E-CBA6-4F38-9FB0-00D023F513D6}" presName="spaceRect" presStyleCnt="0"/>
      <dgm:spPr/>
    </dgm:pt>
    <dgm:pt modelId="{0ADE6423-9EC1-4E53-B467-661EBDDB45E0}" type="pres">
      <dgm:prSet presAssocID="{B943689E-CBA6-4F38-9FB0-00D023F513D6}" presName="parTx" presStyleLbl="revTx" presStyleIdx="2" presStyleCnt="6">
        <dgm:presLayoutVars>
          <dgm:chMax val="0"/>
          <dgm:chPref val="0"/>
        </dgm:presLayoutVars>
      </dgm:prSet>
      <dgm:spPr/>
    </dgm:pt>
    <dgm:pt modelId="{9290774D-AC52-4E3F-A128-DFFFD2FC4F46}" type="pres">
      <dgm:prSet presAssocID="{08415816-1A84-4459-A345-600FB47F0705}" presName="sibTrans" presStyleCnt="0"/>
      <dgm:spPr/>
    </dgm:pt>
    <dgm:pt modelId="{184DB20C-8EA7-43F2-B59A-18DB3AE949EA}" type="pres">
      <dgm:prSet presAssocID="{15D2F176-EC92-4E48-88A4-9C23E618BF7A}" presName="compNode" presStyleCnt="0"/>
      <dgm:spPr/>
    </dgm:pt>
    <dgm:pt modelId="{8773560D-62CD-4438-A8F4-3709D57942EF}" type="pres">
      <dgm:prSet presAssocID="{15D2F176-EC92-4E48-88A4-9C23E618BF7A}" presName="bgRect" presStyleLbl="bgShp" presStyleIdx="3" presStyleCnt="6"/>
      <dgm:spPr/>
    </dgm:pt>
    <dgm:pt modelId="{C7AD8FC1-67D3-4117-AE5F-234F729A2CBA}" type="pres">
      <dgm:prSet presAssocID="{15D2F176-EC92-4E48-88A4-9C23E618BF7A}" presName="iconRect" presStyleLbl="node1" presStyleIdx="3" presStyleCnt="6"/>
      <dgm:spPr/>
    </dgm:pt>
    <dgm:pt modelId="{C36968FA-66B8-46EC-B012-38C07E3A4D99}" type="pres">
      <dgm:prSet presAssocID="{15D2F176-EC92-4E48-88A4-9C23E618BF7A}" presName="spaceRect" presStyleCnt="0"/>
      <dgm:spPr/>
    </dgm:pt>
    <dgm:pt modelId="{168A77FB-BAEA-44A2-8E26-9EDF416F9EDD}" type="pres">
      <dgm:prSet presAssocID="{15D2F176-EC92-4E48-88A4-9C23E618BF7A}" presName="parTx" presStyleLbl="revTx" presStyleIdx="3" presStyleCnt="6">
        <dgm:presLayoutVars>
          <dgm:chMax val="0"/>
          <dgm:chPref val="0"/>
        </dgm:presLayoutVars>
      </dgm:prSet>
      <dgm:spPr/>
    </dgm:pt>
    <dgm:pt modelId="{2013BF9D-FC70-4C2F-8A9A-85B37C68F513}" type="pres">
      <dgm:prSet presAssocID="{9357E07D-B1E6-4754-AA1B-40530E617BF7}" presName="sibTrans" presStyleCnt="0"/>
      <dgm:spPr/>
    </dgm:pt>
    <dgm:pt modelId="{7B54FD5B-B75D-4E68-90F5-4CFA79370AD1}" type="pres">
      <dgm:prSet presAssocID="{60400F99-A702-42FA-BDC4-8763D01728D4}" presName="compNode" presStyleCnt="0"/>
      <dgm:spPr/>
    </dgm:pt>
    <dgm:pt modelId="{4A9F69D5-8AC1-49B3-A54F-5D41F8DC4199}" type="pres">
      <dgm:prSet presAssocID="{60400F99-A702-42FA-BDC4-8763D01728D4}" presName="bgRect" presStyleLbl="bgShp" presStyleIdx="4" presStyleCnt="6"/>
      <dgm:spPr/>
    </dgm:pt>
    <dgm:pt modelId="{8081CF49-4AA9-4635-AD4B-8375FB2ACD70}" type="pres">
      <dgm:prSet presAssocID="{60400F99-A702-42FA-BDC4-8763D01728D4}" presName="iconRect" presStyleLbl="node1" presStyleIdx="4" presStyleCnt="6"/>
      <dgm:spPr/>
    </dgm:pt>
    <dgm:pt modelId="{D5DE3BBD-F19A-4E4E-A9F1-081E6F9B042D}" type="pres">
      <dgm:prSet presAssocID="{60400F99-A702-42FA-BDC4-8763D01728D4}" presName="spaceRect" presStyleCnt="0"/>
      <dgm:spPr/>
    </dgm:pt>
    <dgm:pt modelId="{032F3786-AF90-4152-A02A-681F73770A2B}" type="pres">
      <dgm:prSet presAssocID="{60400F99-A702-42FA-BDC4-8763D01728D4}" presName="parTx" presStyleLbl="revTx" presStyleIdx="4" presStyleCnt="6">
        <dgm:presLayoutVars>
          <dgm:chMax val="0"/>
          <dgm:chPref val="0"/>
        </dgm:presLayoutVars>
      </dgm:prSet>
      <dgm:spPr/>
    </dgm:pt>
    <dgm:pt modelId="{AB0F0D5F-1571-4D98-ADFD-6A0B5B40CE4B}" type="pres">
      <dgm:prSet presAssocID="{717A34EF-7246-419D-ACFD-E08A4BC41EB1}" presName="sibTrans" presStyleCnt="0"/>
      <dgm:spPr/>
    </dgm:pt>
    <dgm:pt modelId="{3AB53A8B-DA30-4150-8C03-2CC798F8EAD6}" type="pres">
      <dgm:prSet presAssocID="{DC5743D6-A97D-4B08-B430-9A423B953C4A}" presName="compNode" presStyleCnt="0"/>
      <dgm:spPr/>
    </dgm:pt>
    <dgm:pt modelId="{A85B3FA8-BB9A-434C-A33A-F60027FA32D6}" type="pres">
      <dgm:prSet presAssocID="{DC5743D6-A97D-4B08-B430-9A423B953C4A}" presName="bgRect" presStyleLbl="bgShp" presStyleIdx="5" presStyleCnt="6"/>
      <dgm:spPr/>
    </dgm:pt>
    <dgm:pt modelId="{8A29DD43-A51A-43B4-BB79-A6BE12823321}" type="pres">
      <dgm:prSet presAssocID="{DC5743D6-A97D-4B08-B430-9A423B953C4A}" presName="iconRect" presStyleLbl="node1" presStyleIdx="5" presStyleCnt="6"/>
      <dgm:spPr/>
    </dgm:pt>
    <dgm:pt modelId="{D6171B2A-330B-424C-8E49-C0246D754CAC}" type="pres">
      <dgm:prSet presAssocID="{DC5743D6-A97D-4B08-B430-9A423B953C4A}" presName="spaceRect" presStyleCnt="0"/>
      <dgm:spPr/>
    </dgm:pt>
    <dgm:pt modelId="{66E7CFBD-1F20-41A3-98C1-94670093DE8C}" type="pres">
      <dgm:prSet presAssocID="{DC5743D6-A97D-4B08-B430-9A423B953C4A}" presName="parTx" presStyleLbl="revTx" presStyleIdx="5" presStyleCnt="6">
        <dgm:presLayoutVars>
          <dgm:chMax val="0"/>
          <dgm:chPref val="0"/>
        </dgm:presLayoutVars>
      </dgm:prSet>
      <dgm:spPr/>
    </dgm:pt>
  </dgm:ptLst>
  <dgm:cxnLst>
    <dgm:cxn modelId="{040D3F03-33DF-4DC0-AC43-79CE7C2A297A}" type="presOf" srcId="{15D2F176-EC92-4E48-88A4-9C23E618BF7A}" destId="{168A77FB-BAEA-44A2-8E26-9EDF416F9EDD}" srcOrd="0" destOrd="0" presId="urn:microsoft.com/office/officeart/2018/2/layout/IconVerticalSolidList"/>
    <dgm:cxn modelId="{FD095089-AA46-4B8B-A1B3-03524D01EC5A}" type="presOf" srcId="{DC5743D6-A97D-4B08-B430-9A423B953C4A}" destId="{66E7CFBD-1F20-41A3-98C1-94670093DE8C}" srcOrd="0" destOrd="0" presId="urn:microsoft.com/office/officeart/2018/2/layout/IconVerticalSolidList"/>
    <dgm:cxn modelId="{C88A368A-35C5-4868-8F2D-C70DFE0425B0}" srcId="{C5F0D40C-8E4D-410D-AD1F-BB41A6B1DF22}" destId="{B943689E-CBA6-4F38-9FB0-00D023F513D6}" srcOrd="2" destOrd="0" parTransId="{23E8380B-B99B-44E4-9BD6-060D72A2B6EE}" sibTransId="{08415816-1A84-4459-A345-600FB47F0705}"/>
    <dgm:cxn modelId="{E2FF39A1-9345-47C0-9ED8-F292DB1A8102}" srcId="{C5F0D40C-8E4D-410D-AD1F-BB41A6B1DF22}" destId="{15D2F176-EC92-4E48-88A4-9C23E618BF7A}" srcOrd="3" destOrd="0" parTransId="{C5074919-6F72-4D5D-9E12-E347DF599F35}" sibTransId="{9357E07D-B1E6-4754-AA1B-40530E617BF7}"/>
    <dgm:cxn modelId="{C2C337BE-D330-4D27-B92A-765F9A2AE18F}" type="presOf" srcId="{BCAA972F-F3D5-4CA9-9D36-5690AFBED772}" destId="{DF174AAA-3464-4E3A-B25A-56E9C265E098}" srcOrd="0" destOrd="0" presId="urn:microsoft.com/office/officeart/2018/2/layout/IconVerticalSolidList"/>
    <dgm:cxn modelId="{52E195C0-17EC-405E-AFC2-29573899BF70}" srcId="{C5F0D40C-8E4D-410D-AD1F-BB41A6B1DF22}" destId="{BCAA972F-F3D5-4CA9-9D36-5690AFBED772}" srcOrd="1" destOrd="0" parTransId="{9F65B30B-6B4D-476D-93FB-C6B61EA0CB07}" sibTransId="{718E7660-FFEA-4415-802E-B4FA442D957D}"/>
    <dgm:cxn modelId="{D13DDAC6-662D-4825-95D6-AD115A3579B8}" type="presOf" srcId="{C5F0D40C-8E4D-410D-AD1F-BB41A6B1DF22}" destId="{29D19442-3BAF-422A-BD2F-89A8F5A874E6}" srcOrd="0" destOrd="0" presId="urn:microsoft.com/office/officeart/2018/2/layout/IconVerticalSolidList"/>
    <dgm:cxn modelId="{434676CD-217B-4300-AC91-8A0587CE3EE5}" type="presOf" srcId="{B943689E-CBA6-4F38-9FB0-00D023F513D6}" destId="{0ADE6423-9EC1-4E53-B467-661EBDDB45E0}" srcOrd="0" destOrd="0" presId="urn:microsoft.com/office/officeart/2018/2/layout/IconVerticalSolidList"/>
    <dgm:cxn modelId="{61E382E0-A788-4CCB-9639-9C11A1169911}" type="presOf" srcId="{66A20C5C-8603-4353-B11E-E75261A1AF1B}" destId="{7875F93A-77A3-46DE-BF6D-65A7BC4F47F6}" srcOrd="0" destOrd="0" presId="urn:microsoft.com/office/officeart/2018/2/layout/IconVerticalSolidList"/>
    <dgm:cxn modelId="{C54AF0E5-17DB-4680-B8E3-2FD3134E4808}" srcId="{C5F0D40C-8E4D-410D-AD1F-BB41A6B1DF22}" destId="{60400F99-A702-42FA-BDC4-8763D01728D4}" srcOrd="4" destOrd="0" parTransId="{9BBA5D26-D5C9-4F04-9D22-0EB6D15E9653}" sibTransId="{717A34EF-7246-419D-ACFD-E08A4BC41EB1}"/>
    <dgm:cxn modelId="{30B710F5-BA97-4440-8A7E-6177B6E31C65}" srcId="{C5F0D40C-8E4D-410D-AD1F-BB41A6B1DF22}" destId="{66A20C5C-8603-4353-B11E-E75261A1AF1B}" srcOrd="0" destOrd="0" parTransId="{4F56826F-64AC-4FDA-AF93-CFE635E776F1}" sibTransId="{9EC35D88-C34D-45CD-85DA-3BD5A7BAF87C}"/>
    <dgm:cxn modelId="{513784FA-E0C3-45B9-914E-21A7BC7E9A3B}" srcId="{C5F0D40C-8E4D-410D-AD1F-BB41A6B1DF22}" destId="{DC5743D6-A97D-4B08-B430-9A423B953C4A}" srcOrd="5" destOrd="0" parTransId="{C10841C1-B002-4F4A-9AAD-B3E3E7092276}" sibTransId="{614622AB-0C45-4DA4-B75B-70C3B61A915B}"/>
    <dgm:cxn modelId="{576558FE-0DE8-4007-83F1-9139F168B13E}" type="presOf" srcId="{60400F99-A702-42FA-BDC4-8763D01728D4}" destId="{032F3786-AF90-4152-A02A-681F73770A2B}" srcOrd="0" destOrd="0" presId="urn:microsoft.com/office/officeart/2018/2/layout/IconVerticalSolidList"/>
    <dgm:cxn modelId="{92AA08FD-7B0A-429A-A115-10365CE85DE5}" type="presParOf" srcId="{29D19442-3BAF-422A-BD2F-89A8F5A874E6}" destId="{0061E045-5A33-4905-9DE9-30239E336BD2}" srcOrd="0" destOrd="0" presId="urn:microsoft.com/office/officeart/2018/2/layout/IconVerticalSolidList"/>
    <dgm:cxn modelId="{D8302BE3-EA9E-4AF1-AA76-72B0E175E2C6}" type="presParOf" srcId="{0061E045-5A33-4905-9DE9-30239E336BD2}" destId="{5C79DACB-1131-4AC4-840A-6259EEFC9FD2}" srcOrd="0" destOrd="0" presId="urn:microsoft.com/office/officeart/2018/2/layout/IconVerticalSolidList"/>
    <dgm:cxn modelId="{550D2A0C-8DB6-44A5-94F3-933C695CEFD5}" type="presParOf" srcId="{0061E045-5A33-4905-9DE9-30239E336BD2}" destId="{9750AF83-5681-477D-847A-30D8CE55320C}" srcOrd="1" destOrd="0" presId="urn:microsoft.com/office/officeart/2018/2/layout/IconVerticalSolidList"/>
    <dgm:cxn modelId="{0F510C89-7F17-42F4-8E53-69ED1439F025}" type="presParOf" srcId="{0061E045-5A33-4905-9DE9-30239E336BD2}" destId="{7B0BFA05-53C2-4DDE-8563-BADD7ADADD2B}" srcOrd="2" destOrd="0" presId="urn:microsoft.com/office/officeart/2018/2/layout/IconVerticalSolidList"/>
    <dgm:cxn modelId="{B805637B-4642-4B43-BE09-8B7619A3E2C8}" type="presParOf" srcId="{0061E045-5A33-4905-9DE9-30239E336BD2}" destId="{7875F93A-77A3-46DE-BF6D-65A7BC4F47F6}" srcOrd="3" destOrd="0" presId="urn:microsoft.com/office/officeart/2018/2/layout/IconVerticalSolidList"/>
    <dgm:cxn modelId="{95BEE126-A29C-4A58-B8EE-18FA628A2DCB}" type="presParOf" srcId="{29D19442-3BAF-422A-BD2F-89A8F5A874E6}" destId="{376F6BB2-F7EB-4CE4-8629-11E35D892ECC}" srcOrd="1" destOrd="0" presId="urn:microsoft.com/office/officeart/2018/2/layout/IconVerticalSolidList"/>
    <dgm:cxn modelId="{1AFFE872-03C3-407E-91D5-A1DE45EED4FD}" type="presParOf" srcId="{29D19442-3BAF-422A-BD2F-89A8F5A874E6}" destId="{748BEFA3-69C1-4608-9F28-801E99DCD446}" srcOrd="2" destOrd="0" presId="urn:microsoft.com/office/officeart/2018/2/layout/IconVerticalSolidList"/>
    <dgm:cxn modelId="{C7D22046-6BF9-404B-BE61-376F82635878}" type="presParOf" srcId="{748BEFA3-69C1-4608-9F28-801E99DCD446}" destId="{ECD164AD-0317-4EB2-AC39-400071554929}" srcOrd="0" destOrd="0" presId="urn:microsoft.com/office/officeart/2018/2/layout/IconVerticalSolidList"/>
    <dgm:cxn modelId="{C39C3417-3ADB-497D-A2B7-E697E50FEFFB}" type="presParOf" srcId="{748BEFA3-69C1-4608-9F28-801E99DCD446}" destId="{06BFC80A-40EF-4CF9-9149-78422B660421}" srcOrd="1" destOrd="0" presId="urn:microsoft.com/office/officeart/2018/2/layout/IconVerticalSolidList"/>
    <dgm:cxn modelId="{4079034F-8FE4-4D46-81DC-A9D372076811}" type="presParOf" srcId="{748BEFA3-69C1-4608-9F28-801E99DCD446}" destId="{D6148574-D280-4896-82DC-3B4B1FF3ED8E}" srcOrd="2" destOrd="0" presId="urn:microsoft.com/office/officeart/2018/2/layout/IconVerticalSolidList"/>
    <dgm:cxn modelId="{5EC766D4-1CB6-438E-A71D-B93B59858F8D}" type="presParOf" srcId="{748BEFA3-69C1-4608-9F28-801E99DCD446}" destId="{DF174AAA-3464-4E3A-B25A-56E9C265E098}" srcOrd="3" destOrd="0" presId="urn:microsoft.com/office/officeart/2018/2/layout/IconVerticalSolidList"/>
    <dgm:cxn modelId="{7154F2B3-2D73-4977-ACC3-27D792D90082}" type="presParOf" srcId="{29D19442-3BAF-422A-BD2F-89A8F5A874E6}" destId="{199D4E9A-35B9-452D-B43B-4FBDAC84490D}" srcOrd="3" destOrd="0" presId="urn:microsoft.com/office/officeart/2018/2/layout/IconVerticalSolidList"/>
    <dgm:cxn modelId="{12A725F6-B738-45A5-88F9-95438F89D7F0}" type="presParOf" srcId="{29D19442-3BAF-422A-BD2F-89A8F5A874E6}" destId="{D00135CB-DCCE-4657-B837-6F25EB26BEB5}" srcOrd="4" destOrd="0" presId="urn:microsoft.com/office/officeart/2018/2/layout/IconVerticalSolidList"/>
    <dgm:cxn modelId="{3FA468C6-0C2C-40E8-994C-6202D8F6C5B8}" type="presParOf" srcId="{D00135CB-DCCE-4657-B837-6F25EB26BEB5}" destId="{216D812B-6192-4AC6-A0E1-0B463B89291C}" srcOrd="0" destOrd="0" presId="urn:microsoft.com/office/officeart/2018/2/layout/IconVerticalSolidList"/>
    <dgm:cxn modelId="{C13D4D42-4252-4E0C-9D0C-7C44A1A4B1E4}" type="presParOf" srcId="{D00135CB-DCCE-4657-B837-6F25EB26BEB5}" destId="{5ADB4EB3-93FE-4998-AFE8-59A82FF4EADA}" srcOrd="1" destOrd="0" presId="urn:microsoft.com/office/officeart/2018/2/layout/IconVerticalSolidList"/>
    <dgm:cxn modelId="{88D3653C-739A-415D-8BA6-D420EB38DD54}" type="presParOf" srcId="{D00135CB-DCCE-4657-B837-6F25EB26BEB5}" destId="{197C1B03-C4E3-4284-9A9F-3881C4C2C15A}" srcOrd="2" destOrd="0" presId="urn:microsoft.com/office/officeart/2018/2/layout/IconVerticalSolidList"/>
    <dgm:cxn modelId="{2BA1ABF7-EF45-49B4-A13B-EA734CF967BE}" type="presParOf" srcId="{D00135CB-DCCE-4657-B837-6F25EB26BEB5}" destId="{0ADE6423-9EC1-4E53-B467-661EBDDB45E0}" srcOrd="3" destOrd="0" presId="urn:microsoft.com/office/officeart/2018/2/layout/IconVerticalSolidList"/>
    <dgm:cxn modelId="{418AA926-D3FE-460A-A7B3-5DE65F9DC6FF}" type="presParOf" srcId="{29D19442-3BAF-422A-BD2F-89A8F5A874E6}" destId="{9290774D-AC52-4E3F-A128-DFFFD2FC4F46}" srcOrd="5" destOrd="0" presId="urn:microsoft.com/office/officeart/2018/2/layout/IconVerticalSolidList"/>
    <dgm:cxn modelId="{AE39513E-2FC3-484F-A386-E047BAF580BB}" type="presParOf" srcId="{29D19442-3BAF-422A-BD2F-89A8F5A874E6}" destId="{184DB20C-8EA7-43F2-B59A-18DB3AE949EA}" srcOrd="6" destOrd="0" presId="urn:microsoft.com/office/officeart/2018/2/layout/IconVerticalSolidList"/>
    <dgm:cxn modelId="{B0213D58-B131-4F6B-9459-217F21E45410}" type="presParOf" srcId="{184DB20C-8EA7-43F2-B59A-18DB3AE949EA}" destId="{8773560D-62CD-4438-A8F4-3709D57942EF}" srcOrd="0" destOrd="0" presId="urn:microsoft.com/office/officeart/2018/2/layout/IconVerticalSolidList"/>
    <dgm:cxn modelId="{D898C952-F69C-46CC-9247-28C1E69D8811}" type="presParOf" srcId="{184DB20C-8EA7-43F2-B59A-18DB3AE949EA}" destId="{C7AD8FC1-67D3-4117-AE5F-234F729A2CBA}" srcOrd="1" destOrd="0" presId="urn:microsoft.com/office/officeart/2018/2/layout/IconVerticalSolidList"/>
    <dgm:cxn modelId="{EEF7EE19-E31C-4DB6-A0AB-3F8250D589A3}" type="presParOf" srcId="{184DB20C-8EA7-43F2-B59A-18DB3AE949EA}" destId="{C36968FA-66B8-46EC-B012-38C07E3A4D99}" srcOrd="2" destOrd="0" presId="urn:microsoft.com/office/officeart/2018/2/layout/IconVerticalSolidList"/>
    <dgm:cxn modelId="{29EAE440-5EC2-48E5-A84D-E48BFE260C83}" type="presParOf" srcId="{184DB20C-8EA7-43F2-B59A-18DB3AE949EA}" destId="{168A77FB-BAEA-44A2-8E26-9EDF416F9EDD}" srcOrd="3" destOrd="0" presId="urn:microsoft.com/office/officeart/2018/2/layout/IconVerticalSolidList"/>
    <dgm:cxn modelId="{C832F6D5-825E-4F6A-A370-AC670ACCCC46}" type="presParOf" srcId="{29D19442-3BAF-422A-BD2F-89A8F5A874E6}" destId="{2013BF9D-FC70-4C2F-8A9A-85B37C68F513}" srcOrd="7" destOrd="0" presId="urn:microsoft.com/office/officeart/2018/2/layout/IconVerticalSolidList"/>
    <dgm:cxn modelId="{6AA9F0B3-F5B3-43ED-ABBE-5ABD4B2DE87B}" type="presParOf" srcId="{29D19442-3BAF-422A-BD2F-89A8F5A874E6}" destId="{7B54FD5B-B75D-4E68-90F5-4CFA79370AD1}" srcOrd="8" destOrd="0" presId="urn:microsoft.com/office/officeart/2018/2/layout/IconVerticalSolidList"/>
    <dgm:cxn modelId="{D9AD0483-51C9-47FE-BB00-65E9870A7379}" type="presParOf" srcId="{7B54FD5B-B75D-4E68-90F5-4CFA79370AD1}" destId="{4A9F69D5-8AC1-49B3-A54F-5D41F8DC4199}" srcOrd="0" destOrd="0" presId="urn:microsoft.com/office/officeart/2018/2/layout/IconVerticalSolidList"/>
    <dgm:cxn modelId="{05A9F904-B295-4EC5-B803-10D205BA9F97}" type="presParOf" srcId="{7B54FD5B-B75D-4E68-90F5-4CFA79370AD1}" destId="{8081CF49-4AA9-4635-AD4B-8375FB2ACD70}" srcOrd="1" destOrd="0" presId="urn:microsoft.com/office/officeart/2018/2/layout/IconVerticalSolidList"/>
    <dgm:cxn modelId="{C5DF2EB6-B92F-4C8C-AAA2-F9C0D2F39BEB}" type="presParOf" srcId="{7B54FD5B-B75D-4E68-90F5-4CFA79370AD1}" destId="{D5DE3BBD-F19A-4E4E-A9F1-081E6F9B042D}" srcOrd="2" destOrd="0" presId="urn:microsoft.com/office/officeart/2018/2/layout/IconVerticalSolidList"/>
    <dgm:cxn modelId="{5517B185-8ABF-47F8-A82C-B23C655C5C1F}" type="presParOf" srcId="{7B54FD5B-B75D-4E68-90F5-4CFA79370AD1}" destId="{032F3786-AF90-4152-A02A-681F73770A2B}" srcOrd="3" destOrd="0" presId="urn:microsoft.com/office/officeart/2018/2/layout/IconVerticalSolidList"/>
    <dgm:cxn modelId="{C45BE44C-36C4-42F1-9DF6-4BFC9AB84EC6}" type="presParOf" srcId="{29D19442-3BAF-422A-BD2F-89A8F5A874E6}" destId="{AB0F0D5F-1571-4D98-ADFD-6A0B5B40CE4B}" srcOrd="9" destOrd="0" presId="urn:microsoft.com/office/officeart/2018/2/layout/IconVerticalSolidList"/>
    <dgm:cxn modelId="{1C83836A-11BF-4997-969F-6B2C2BC34389}" type="presParOf" srcId="{29D19442-3BAF-422A-BD2F-89A8F5A874E6}" destId="{3AB53A8B-DA30-4150-8C03-2CC798F8EAD6}" srcOrd="10" destOrd="0" presId="urn:microsoft.com/office/officeart/2018/2/layout/IconVerticalSolidList"/>
    <dgm:cxn modelId="{A0316433-D605-47F0-A8C3-8B19A794CF4A}" type="presParOf" srcId="{3AB53A8B-DA30-4150-8C03-2CC798F8EAD6}" destId="{A85B3FA8-BB9A-434C-A33A-F60027FA32D6}" srcOrd="0" destOrd="0" presId="urn:microsoft.com/office/officeart/2018/2/layout/IconVerticalSolidList"/>
    <dgm:cxn modelId="{FBAB4552-D79B-493E-A7FC-59EC042C1FB6}" type="presParOf" srcId="{3AB53A8B-DA30-4150-8C03-2CC798F8EAD6}" destId="{8A29DD43-A51A-43B4-BB79-A6BE12823321}" srcOrd="1" destOrd="0" presId="urn:microsoft.com/office/officeart/2018/2/layout/IconVerticalSolidList"/>
    <dgm:cxn modelId="{F98E3155-AC8E-4AC3-BEA7-4DF4648879AB}" type="presParOf" srcId="{3AB53A8B-DA30-4150-8C03-2CC798F8EAD6}" destId="{D6171B2A-330B-424C-8E49-C0246D754CAC}" srcOrd="2" destOrd="0" presId="urn:microsoft.com/office/officeart/2018/2/layout/IconVerticalSolidList"/>
    <dgm:cxn modelId="{2AFA21DD-483C-4B74-B4F2-0C43D0AADE2B}" type="presParOf" srcId="{3AB53A8B-DA30-4150-8C03-2CC798F8EAD6}" destId="{66E7CFBD-1F20-41A3-98C1-94670093DE8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F05EE3C-5DAA-470B-A932-43D643F7550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D01C0CA-002C-4473-8FE8-04628756C081}">
      <dgm:prSet custT="1"/>
      <dgm:spPr/>
      <dgm:t>
        <a:bodyPr/>
        <a:lstStyle/>
        <a:p>
          <a:pPr algn="l">
            <a:lnSpc>
              <a:spcPct val="100000"/>
            </a:lnSpc>
          </a:pPr>
          <a:r>
            <a:rPr lang="en-US" sz="1600" dirty="0">
              <a:latin typeface="Times New Roman" panose="02020603050405020304" pitchFamily="18" charset="0"/>
              <a:cs typeface="Times New Roman" panose="02020603050405020304" pitchFamily="18" charset="0"/>
            </a:rPr>
            <a:t>As new job skills and qualification emerges the model needs to be periodically retained with updated data</a:t>
          </a:r>
          <a:r>
            <a:rPr lang="en-US" sz="1050" dirty="0">
              <a:latin typeface="Times New Roman" panose="02020603050405020304" pitchFamily="18" charset="0"/>
              <a:cs typeface="Times New Roman" panose="02020603050405020304" pitchFamily="18" charset="0"/>
            </a:rPr>
            <a:t>.</a:t>
          </a:r>
        </a:p>
      </dgm:t>
    </dgm:pt>
    <dgm:pt modelId="{194C92A8-6372-49F5-BA9B-3678FEE51966}" type="parTrans" cxnId="{01593119-7C30-4ED5-9215-EC30D5FF9691}">
      <dgm:prSet/>
      <dgm:spPr/>
      <dgm:t>
        <a:bodyPr/>
        <a:lstStyle/>
        <a:p>
          <a:endParaRPr lang="en-US"/>
        </a:p>
      </dgm:t>
    </dgm:pt>
    <dgm:pt modelId="{36817B6F-2F2E-4EBE-9724-1E6E82EEDF90}" type="sibTrans" cxnId="{01593119-7C30-4ED5-9215-EC30D5FF9691}">
      <dgm:prSet/>
      <dgm:spPr/>
      <dgm:t>
        <a:bodyPr/>
        <a:lstStyle/>
        <a:p>
          <a:pPr>
            <a:lnSpc>
              <a:spcPct val="100000"/>
            </a:lnSpc>
          </a:pPr>
          <a:endParaRPr lang="en-US"/>
        </a:p>
      </dgm:t>
    </dgm:pt>
    <dgm:pt modelId="{401B9A1A-A55F-4B16-A48C-3262A17C9454}">
      <dgm:prSet/>
      <dgm:spPr/>
      <dgm:t>
        <a:bodyPr/>
        <a:lstStyle/>
        <a:p>
          <a:pPr>
            <a:lnSpc>
              <a:spcPct val="100000"/>
            </a:lnSpc>
          </a:pPr>
          <a:r>
            <a:rPr lang="en-US" dirty="0">
              <a:latin typeface="Times New Roman" panose="02020603050405020304" pitchFamily="18" charset="0"/>
              <a:cs typeface="Times New Roman" panose="02020603050405020304" pitchFamily="18" charset="0"/>
            </a:rPr>
            <a:t>SYSTEM MAINTEINANCE AND DOWNTIME</a:t>
          </a:r>
        </a:p>
      </dgm:t>
    </dgm:pt>
    <dgm:pt modelId="{5B0DDFD4-CFEB-4DF0-B03A-818FB76581FE}" type="parTrans" cxnId="{FAFAADAE-BE71-4CC2-B209-6F893D984AB1}">
      <dgm:prSet/>
      <dgm:spPr/>
      <dgm:t>
        <a:bodyPr/>
        <a:lstStyle/>
        <a:p>
          <a:endParaRPr lang="en-US"/>
        </a:p>
      </dgm:t>
    </dgm:pt>
    <dgm:pt modelId="{B02F48F6-B41A-4809-91D1-532DA407817F}" type="sibTrans" cxnId="{FAFAADAE-BE71-4CC2-B209-6F893D984AB1}">
      <dgm:prSet/>
      <dgm:spPr/>
      <dgm:t>
        <a:bodyPr/>
        <a:lstStyle/>
        <a:p>
          <a:endParaRPr lang="en-US"/>
        </a:p>
      </dgm:t>
    </dgm:pt>
    <dgm:pt modelId="{E50BCBD7-1ADD-480D-8CF5-61DCA089AF0C}">
      <dgm:prSet custT="1"/>
      <dgm:spPr/>
      <dgm:t>
        <a:bodyPr/>
        <a:lstStyle/>
        <a:p>
          <a:pPr>
            <a:lnSpc>
              <a:spcPct val="100000"/>
            </a:lnSpc>
          </a:pPr>
          <a:r>
            <a:rPr lang="en-US" sz="2000" dirty="0">
              <a:latin typeface="Times New Roman" panose="02020603050405020304" pitchFamily="18" charset="0"/>
              <a:cs typeface="Times New Roman" panose="02020603050405020304" pitchFamily="18" charset="0"/>
            </a:rPr>
            <a:t>USER ADOPTION AND TRUST</a:t>
          </a:r>
        </a:p>
      </dgm:t>
    </dgm:pt>
    <dgm:pt modelId="{319D162C-1E0E-4B1D-AD18-BF04EBF18ECA}" type="sibTrans" cxnId="{A5FBC429-DA72-4B4D-A48A-D10AB832C1D1}">
      <dgm:prSet/>
      <dgm:spPr/>
      <dgm:t>
        <a:bodyPr/>
        <a:lstStyle/>
        <a:p>
          <a:pPr>
            <a:lnSpc>
              <a:spcPct val="100000"/>
            </a:lnSpc>
          </a:pPr>
          <a:endParaRPr lang="en-US"/>
        </a:p>
      </dgm:t>
    </dgm:pt>
    <dgm:pt modelId="{9F2C8E6B-87F0-432E-B002-D2629BA04402}" type="parTrans" cxnId="{A5FBC429-DA72-4B4D-A48A-D10AB832C1D1}">
      <dgm:prSet/>
      <dgm:spPr/>
      <dgm:t>
        <a:bodyPr/>
        <a:lstStyle/>
        <a:p>
          <a:endParaRPr lang="en-US"/>
        </a:p>
      </dgm:t>
    </dgm:pt>
    <dgm:pt modelId="{0F475FC9-88BF-4F8A-AD70-04034A21A2B0}" type="pres">
      <dgm:prSet presAssocID="{0F05EE3C-5DAA-470B-A932-43D643F7550A}" presName="root" presStyleCnt="0">
        <dgm:presLayoutVars>
          <dgm:dir/>
          <dgm:resizeHandles val="exact"/>
        </dgm:presLayoutVars>
      </dgm:prSet>
      <dgm:spPr/>
    </dgm:pt>
    <dgm:pt modelId="{8AAAC7B0-398E-4AB2-9744-369D01668B73}" type="pres">
      <dgm:prSet presAssocID="{6D01C0CA-002C-4473-8FE8-04628756C081}" presName="compNode" presStyleCnt="0"/>
      <dgm:spPr/>
    </dgm:pt>
    <dgm:pt modelId="{AF7D8F0A-EAC8-43EB-9E87-9FE0B10EF299}" type="pres">
      <dgm:prSet presAssocID="{6D01C0CA-002C-4473-8FE8-04628756C081}" presName="iconRect" presStyleLbl="node1" presStyleIdx="0" presStyleCnt="3" custScaleX="339949" custScaleY="271973" custLinFactNeighborX="-98542" custLinFactNeighborY="-6223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94B85973-6745-4EEB-80D8-9F93A00876B9}" type="pres">
      <dgm:prSet presAssocID="{6D01C0CA-002C-4473-8FE8-04628756C081}" presName="spaceRect" presStyleCnt="0"/>
      <dgm:spPr/>
    </dgm:pt>
    <dgm:pt modelId="{4CEF81D7-C265-4603-819C-989691832170}" type="pres">
      <dgm:prSet presAssocID="{6D01C0CA-002C-4473-8FE8-04628756C081}" presName="textRect" presStyleLbl="revTx" presStyleIdx="0" presStyleCnt="3" custLinFactNeighborX="-46308" custLinFactNeighborY="15693">
        <dgm:presLayoutVars>
          <dgm:chMax val="1"/>
          <dgm:chPref val="1"/>
        </dgm:presLayoutVars>
      </dgm:prSet>
      <dgm:spPr/>
    </dgm:pt>
    <dgm:pt modelId="{F02B57F4-9ED9-407B-8017-19E94973B820}" type="pres">
      <dgm:prSet presAssocID="{36817B6F-2F2E-4EBE-9724-1E6E82EEDF90}" presName="sibTrans" presStyleCnt="0"/>
      <dgm:spPr/>
    </dgm:pt>
    <dgm:pt modelId="{1AB7F3FE-0141-43FA-81BB-3A4BE35F1D24}" type="pres">
      <dgm:prSet presAssocID="{E50BCBD7-1ADD-480D-8CF5-61DCA089AF0C}" presName="compNode" presStyleCnt="0"/>
      <dgm:spPr/>
    </dgm:pt>
    <dgm:pt modelId="{7EFFC280-004F-4D4E-8F54-F4F833E809DD}" type="pres">
      <dgm:prSet presAssocID="{E50BCBD7-1ADD-480D-8CF5-61DCA089AF0C}" presName="iconRect" presStyleLbl="node1" presStyleIdx="1" presStyleCnt="3" custScaleX="228337" custScaleY="22935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lter"/>
        </a:ext>
      </dgm:extLst>
    </dgm:pt>
    <dgm:pt modelId="{E6F0C80C-3122-4C70-A6CC-B0C6B9ABAAE9}" type="pres">
      <dgm:prSet presAssocID="{E50BCBD7-1ADD-480D-8CF5-61DCA089AF0C}" presName="spaceRect" presStyleCnt="0"/>
      <dgm:spPr/>
    </dgm:pt>
    <dgm:pt modelId="{E7557736-CDB5-4541-A241-59F94563BC96}" type="pres">
      <dgm:prSet presAssocID="{E50BCBD7-1ADD-480D-8CF5-61DCA089AF0C}" presName="textRect" presStyleLbl="revTx" presStyleIdx="1" presStyleCnt="3">
        <dgm:presLayoutVars>
          <dgm:chMax val="1"/>
          <dgm:chPref val="1"/>
        </dgm:presLayoutVars>
      </dgm:prSet>
      <dgm:spPr/>
    </dgm:pt>
    <dgm:pt modelId="{985AF2F3-FE08-4436-AC05-E3E8A9E4055E}" type="pres">
      <dgm:prSet presAssocID="{319D162C-1E0E-4B1D-AD18-BF04EBF18ECA}" presName="sibTrans" presStyleCnt="0"/>
      <dgm:spPr/>
    </dgm:pt>
    <dgm:pt modelId="{C075BCC5-D694-48D4-A48A-791912DBC801}" type="pres">
      <dgm:prSet presAssocID="{401B9A1A-A55F-4B16-A48C-3262A17C9454}" presName="compNode" presStyleCnt="0"/>
      <dgm:spPr/>
    </dgm:pt>
    <dgm:pt modelId="{ECE40F0A-8B27-44B1-AB96-42C06E0E53FB}" type="pres">
      <dgm:prSet presAssocID="{401B9A1A-A55F-4B16-A48C-3262A17C9454}" presName="iconRect" presStyleLbl="node1" presStyleIdx="2" presStyleCnt="3" custScaleX="288792" custScaleY="20799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CA7B9615-06C5-47A2-9CD2-062EA397CCA9}" type="pres">
      <dgm:prSet presAssocID="{401B9A1A-A55F-4B16-A48C-3262A17C9454}" presName="spaceRect" presStyleCnt="0"/>
      <dgm:spPr/>
    </dgm:pt>
    <dgm:pt modelId="{C7366C3A-6C75-45EA-8073-16EB0807E7C6}" type="pres">
      <dgm:prSet presAssocID="{401B9A1A-A55F-4B16-A48C-3262A17C9454}" presName="textRect" presStyleLbl="revTx" presStyleIdx="2" presStyleCnt="3">
        <dgm:presLayoutVars>
          <dgm:chMax val="1"/>
          <dgm:chPref val="1"/>
        </dgm:presLayoutVars>
      </dgm:prSet>
      <dgm:spPr/>
    </dgm:pt>
  </dgm:ptLst>
  <dgm:cxnLst>
    <dgm:cxn modelId="{4D318811-A468-4916-9669-0022149B14B9}" type="presOf" srcId="{6D01C0CA-002C-4473-8FE8-04628756C081}" destId="{4CEF81D7-C265-4603-819C-989691832170}" srcOrd="0" destOrd="0" presId="urn:microsoft.com/office/officeart/2018/2/layout/IconLabelList"/>
    <dgm:cxn modelId="{01593119-7C30-4ED5-9215-EC30D5FF9691}" srcId="{0F05EE3C-5DAA-470B-A932-43D643F7550A}" destId="{6D01C0CA-002C-4473-8FE8-04628756C081}" srcOrd="0" destOrd="0" parTransId="{194C92A8-6372-49F5-BA9B-3678FEE51966}" sibTransId="{36817B6F-2F2E-4EBE-9724-1E6E82EEDF90}"/>
    <dgm:cxn modelId="{A5FBC429-DA72-4B4D-A48A-D10AB832C1D1}" srcId="{0F05EE3C-5DAA-470B-A932-43D643F7550A}" destId="{E50BCBD7-1ADD-480D-8CF5-61DCA089AF0C}" srcOrd="1" destOrd="0" parTransId="{9F2C8E6B-87F0-432E-B002-D2629BA04402}" sibTransId="{319D162C-1E0E-4B1D-AD18-BF04EBF18ECA}"/>
    <dgm:cxn modelId="{A8AA0A35-A107-4846-AFC2-64D69888B5CD}" type="presOf" srcId="{401B9A1A-A55F-4B16-A48C-3262A17C9454}" destId="{C7366C3A-6C75-45EA-8073-16EB0807E7C6}" srcOrd="0" destOrd="0" presId="urn:microsoft.com/office/officeart/2018/2/layout/IconLabelList"/>
    <dgm:cxn modelId="{ECF8D6A7-CF5F-4322-8AA2-3E68D7B91B07}" type="presOf" srcId="{0F05EE3C-5DAA-470B-A932-43D643F7550A}" destId="{0F475FC9-88BF-4F8A-AD70-04034A21A2B0}" srcOrd="0" destOrd="0" presId="urn:microsoft.com/office/officeart/2018/2/layout/IconLabelList"/>
    <dgm:cxn modelId="{FAFAADAE-BE71-4CC2-B209-6F893D984AB1}" srcId="{0F05EE3C-5DAA-470B-A932-43D643F7550A}" destId="{401B9A1A-A55F-4B16-A48C-3262A17C9454}" srcOrd="2" destOrd="0" parTransId="{5B0DDFD4-CFEB-4DF0-B03A-818FB76581FE}" sibTransId="{B02F48F6-B41A-4809-91D1-532DA407817F}"/>
    <dgm:cxn modelId="{A4E878F5-8467-4AE3-A839-022D0B4A77B5}" type="presOf" srcId="{E50BCBD7-1ADD-480D-8CF5-61DCA089AF0C}" destId="{E7557736-CDB5-4541-A241-59F94563BC96}" srcOrd="0" destOrd="0" presId="urn:microsoft.com/office/officeart/2018/2/layout/IconLabelList"/>
    <dgm:cxn modelId="{C92AC5C6-E3BE-4EBD-A61D-EEADDEF849F5}" type="presParOf" srcId="{0F475FC9-88BF-4F8A-AD70-04034A21A2B0}" destId="{8AAAC7B0-398E-4AB2-9744-369D01668B73}" srcOrd="0" destOrd="0" presId="urn:microsoft.com/office/officeart/2018/2/layout/IconLabelList"/>
    <dgm:cxn modelId="{16A57590-622B-4554-9F74-C5DC648BE0E9}" type="presParOf" srcId="{8AAAC7B0-398E-4AB2-9744-369D01668B73}" destId="{AF7D8F0A-EAC8-43EB-9E87-9FE0B10EF299}" srcOrd="0" destOrd="0" presId="urn:microsoft.com/office/officeart/2018/2/layout/IconLabelList"/>
    <dgm:cxn modelId="{FDF3BF2D-7C27-4031-B473-70D7A3352FE1}" type="presParOf" srcId="{8AAAC7B0-398E-4AB2-9744-369D01668B73}" destId="{94B85973-6745-4EEB-80D8-9F93A00876B9}" srcOrd="1" destOrd="0" presId="urn:microsoft.com/office/officeart/2018/2/layout/IconLabelList"/>
    <dgm:cxn modelId="{A4CD5056-C0D4-4724-9565-30CA39F59617}" type="presParOf" srcId="{8AAAC7B0-398E-4AB2-9744-369D01668B73}" destId="{4CEF81D7-C265-4603-819C-989691832170}" srcOrd="2" destOrd="0" presId="urn:microsoft.com/office/officeart/2018/2/layout/IconLabelList"/>
    <dgm:cxn modelId="{3A4A3326-5382-4A61-8B2A-0040FAF6AE27}" type="presParOf" srcId="{0F475FC9-88BF-4F8A-AD70-04034A21A2B0}" destId="{F02B57F4-9ED9-407B-8017-19E94973B820}" srcOrd="1" destOrd="0" presId="urn:microsoft.com/office/officeart/2018/2/layout/IconLabelList"/>
    <dgm:cxn modelId="{8CFDBDB6-8A63-4669-835B-44A96674271C}" type="presParOf" srcId="{0F475FC9-88BF-4F8A-AD70-04034A21A2B0}" destId="{1AB7F3FE-0141-43FA-81BB-3A4BE35F1D24}" srcOrd="2" destOrd="0" presId="urn:microsoft.com/office/officeart/2018/2/layout/IconLabelList"/>
    <dgm:cxn modelId="{919187F2-19AF-497C-8FEF-DC3A0D302B15}" type="presParOf" srcId="{1AB7F3FE-0141-43FA-81BB-3A4BE35F1D24}" destId="{7EFFC280-004F-4D4E-8F54-F4F833E809DD}" srcOrd="0" destOrd="0" presId="urn:microsoft.com/office/officeart/2018/2/layout/IconLabelList"/>
    <dgm:cxn modelId="{4E05233B-86CF-420B-B865-F01F9257D772}" type="presParOf" srcId="{1AB7F3FE-0141-43FA-81BB-3A4BE35F1D24}" destId="{E6F0C80C-3122-4C70-A6CC-B0C6B9ABAAE9}" srcOrd="1" destOrd="0" presId="urn:microsoft.com/office/officeart/2018/2/layout/IconLabelList"/>
    <dgm:cxn modelId="{5D3B52A2-3EBB-4A1C-A7E5-E5D11262DBFA}" type="presParOf" srcId="{1AB7F3FE-0141-43FA-81BB-3A4BE35F1D24}" destId="{E7557736-CDB5-4541-A241-59F94563BC96}" srcOrd="2" destOrd="0" presId="urn:microsoft.com/office/officeart/2018/2/layout/IconLabelList"/>
    <dgm:cxn modelId="{F193979B-11DF-4AA3-89C2-BEFC02F40206}" type="presParOf" srcId="{0F475FC9-88BF-4F8A-AD70-04034A21A2B0}" destId="{985AF2F3-FE08-4436-AC05-E3E8A9E4055E}" srcOrd="3" destOrd="0" presId="urn:microsoft.com/office/officeart/2018/2/layout/IconLabelList"/>
    <dgm:cxn modelId="{E2304A00-A061-49AD-858F-1479141613DF}" type="presParOf" srcId="{0F475FC9-88BF-4F8A-AD70-04034A21A2B0}" destId="{C075BCC5-D694-48D4-A48A-791912DBC801}" srcOrd="4" destOrd="0" presId="urn:microsoft.com/office/officeart/2018/2/layout/IconLabelList"/>
    <dgm:cxn modelId="{FC5CEE8B-5EFF-4825-8A44-F32E14176585}" type="presParOf" srcId="{C075BCC5-D694-48D4-A48A-791912DBC801}" destId="{ECE40F0A-8B27-44B1-AB96-42C06E0E53FB}" srcOrd="0" destOrd="0" presId="urn:microsoft.com/office/officeart/2018/2/layout/IconLabelList"/>
    <dgm:cxn modelId="{CC742CB0-DA2A-4E08-A83E-A278339907E7}" type="presParOf" srcId="{C075BCC5-D694-48D4-A48A-791912DBC801}" destId="{CA7B9615-06C5-47A2-9CD2-062EA397CCA9}" srcOrd="1" destOrd="0" presId="urn:microsoft.com/office/officeart/2018/2/layout/IconLabelList"/>
    <dgm:cxn modelId="{B73D1F05-CC1D-4F42-8DED-0B0A2FE585B4}" type="presParOf" srcId="{C075BCC5-D694-48D4-A48A-791912DBC801}" destId="{C7366C3A-6C75-45EA-8073-16EB0807E7C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A2BE969-3205-45E2-A963-9FE2FCB45A3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31439B5-A4C7-43D5-AFB6-5E6EFBD27150}">
      <dgm:prSet/>
      <dgm:spPr/>
      <dgm:t>
        <a:bodyPr/>
        <a:lstStyle/>
        <a:p>
          <a:pPr>
            <a:lnSpc>
              <a:spcPct val="100000"/>
            </a:lnSpc>
          </a:pPr>
          <a:r>
            <a:rPr lang="en-US" dirty="0">
              <a:latin typeface="Times New Roman" panose="02020603050405020304" pitchFamily="18" charset="0"/>
              <a:cs typeface="Times New Roman" panose="02020603050405020304" pitchFamily="18" charset="0"/>
            </a:rPr>
            <a:t>We </a:t>
          </a:r>
          <a:r>
            <a:rPr lang="en-US" b="0" i="0" dirty="0">
              <a:effectLst/>
              <a:latin typeface="ff1"/>
            </a:rPr>
            <a:t>have compared the various state of the art algorithms using similar self-generated data which allowed us to compare them in an unbiased way. </a:t>
          </a:r>
          <a:endParaRPr lang="en-US" dirty="0">
            <a:latin typeface="Times New Roman" panose="02020603050405020304" pitchFamily="18" charset="0"/>
            <a:cs typeface="Times New Roman" panose="02020603050405020304" pitchFamily="18" charset="0"/>
          </a:endParaRPr>
        </a:p>
      </dgm:t>
    </dgm:pt>
    <dgm:pt modelId="{ED2A0417-4DF4-4DC7-ABDF-BE03890738A9}" type="parTrans" cxnId="{9CB0882B-B8A8-4958-8F60-A4A229E111A3}">
      <dgm:prSet/>
      <dgm:spPr/>
      <dgm:t>
        <a:bodyPr/>
        <a:lstStyle/>
        <a:p>
          <a:endParaRPr lang="en-US"/>
        </a:p>
      </dgm:t>
    </dgm:pt>
    <dgm:pt modelId="{352F6918-27FF-445B-8D2F-F394AF185204}" type="sibTrans" cxnId="{9CB0882B-B8A8-4958-8F60-A4A229E111A3}">
      <dgm:prSet/>
      <dgm:spPr/>
      <dgm:t>
        <a:bodyPr/>
        <a:lstStyle/>
        <a:p>
          <a:endParaRPr lang="en-US"/>
        </a:p>
      </dgm:t>
    </dgm:pt>
    <dgm:pt modelId="{A92A97E7-DE7B-49CB-850F-53A80A99796B}">
      <dgm:prSet/>
      <dgm:spPr/>
      <dgm:t>
        <a:bodyPr/>
        <a:lstStyle/>
        <a:p>
          <a:pPr>
            <a:lnSpc>
              <a:spcPct val="100000"/>
            </a:lnSpc>
          </a:pPr>
          <a:r>
            <a:rPr lang="en-US" b="0" i="0" dirty="0">
              <a:effectLst/>
              <a:latin typeface="ff1"/>
            </a:rPr>
            <a:t>Data was raw and it had more deformities, so we had to clean it up various times.</a:t>
          </a:r>
          <a:endParaRPr lang="en-US" dirty="0">
            <a:latin typeface="Times New Roman" panose="02020603050405020304" pitchFamily="18" charset="0"/>
            <a:cs typeface="Times New Roman" panose="02020603050405020304" pitchFamily="18" charset="0"/>
          </a:endParaRPr>
        </a:p>
      </dgm:t>
    </dgm:pt>
    <dgm:pt modelId="{011C8E49-2250-46CA-8724-1E020645B25B}" type="parTrans" cxnId="{D2D28A65-0AE9-4115-A4B4-2E8BC70C686A}">
      <dgm:prSet/>
      <dgm:spPr/>
      <dgm:t>
        <a:bodyPr/>
        <a:lstStyle/>
        <a:p>
          <a:endParaRPr lang="en-US"/>
        </a:p>
      </dgm:t>
    </dgm:pt>
    <dgm:pt modelId="{4572F7E6-C2DD-4D4F-81E1-B309B02D19C1}" type="sibTrans" cxnId="{D2D28A65-0AE9-4115-A4B4-2E8BC70C686A}">
      <dgm:prSet/>
      <dgm:spPr/>
      <dgm:t>
        <a:bodyPr/>
        <a:lstStyle/>
        <a:p>
          <a:endParaRPr lang="en-US"/>
        </a:p>
      </dgm:t>
    </dgm:pt>
    <dgm:pt modelId="{2E1EB9BC-B280-48E0-8D9D-3AC330AAF614}">
      <dgm:prSet/>
      <dgm:spPr/>
      <dgm:t>
        <a:bodyPr/>
        <a:lstStyle/>
        <a:p>
          <a:pPr>
            <a:lnSpc>
              <a:spcPct val="100000"/>
            </a:lnSpc>
          </a:pPr>
          <a:r>
            <a:rPr lang="en-US" dirty="0"/>
            <a:t>This will provide potential candidate to the organization  and the candidate will be successfully be placed in an organization which appreciate his/her skillset and ability</a:t>
          </a:r>
          <a:endParaRPr lang="en-US" dirty="0">
            <a:latin typeface="Times New Roman" panose="02020603050405020304" pitchFamily="18" charset="0"/>
            <a:cs typeface="Times New Roman" panose="02020603050405020304" pitchFamily="18" charset="0"/>
          </a:endParaRPr>
        </a:p>
      </dgm:t>
    </dgm:pt>
    <dgm:pt modelId="{EDA008C5-9053-4B79-BF6A-F79645D63DFF}" type="parTrans" cxnId="{EE271A05-E2E1-4B44-8D24-165F84273C58}">
      <dgm:prSet/>
      <dgm:spPr/>
      <dgm:t>
        <a:bodyPr/>
        <a:lstStyle/>
        <a:p>
          <a:endParaRPr lang="en-US"/>
        </a:p>
      </dgm:t>
    </dgm:pt>
    <dgm:pt modelId="{0DF64528-48D0-472D-B3F6-DA435C992457}" type="sibTrans" cxnId="{EE271A05-E2E1-4B44-8D24-165F84273C58}">
      <dgm:prSet/>
      <dgm:spPr/>
      <dgm:t>
        <a:bodyPr/>
        <a:lstStyle/>
        <a:p>
          <a:endParaRPr lang="en-US"/>
        </a:p>
      </dgm:t>
    </dgm:pt>
    <dgm:pt modelId="{8015E040-A1DE-41C1-99DB-3EC3721D254D}">
      <dgm:prSet/>
      <dgm:spPr/>
      <dgm:t>
        <a:bodyPr/>
        <a:lstStyle/>
        <a:p>
          <a:pPr>
            <a:lnSpc>
              <a:spcPct val="100000"/>
            </a:lnSpc>
          </a:pPr>
          <a:r>
            <a:rPr lang="en-US" dirty="0">
              <a:latin typeface="Times New Roman" panose="02020603050405020304" pitchFamily="18" charset="0"/>
              <a:cs typeface="Times New Roman" panose="02020603050405020304" pitchFamily="18" charset="0"/>
            </a:rPr>
            <a:t>Companies will be benefitted by using this project .</a:t>
          </a:r>
        </a:p>
      </dgm:t>
    </dgm:pt>
    <dgm:pt modelId="{48394E7F-8D43-4D3D-AF3F-C8BBE1FFEE5B}" type="parTrans" cxnId="{45CB437B-CB61-4FFD-96C4-B06BEFCE2788}">
      <dgm:prSet/>
      <dgm:spPr/>
      <dgm:t>
        <a:bodyPr/>
        <a:lstStyle/>
        <a:p>
          <a:endParaRPr lang="en-US"/>
        </a:p>
      </dgm:t>
    </dgm:pt>
    <dgm:pt modelId="{37586E5D-9325-4837-ACD7-4E2E5DEADD5F}" type="sibTrans" cxnId="{45CB437B-CB61-4FFD-96C4-B06BEFCE2788}">
      <dgm:prSet/>
      <dgm:spPr/>
      <dgm:t>
        <a:bodyPr/>
        <a:lstStyle/>
        <a:p>
          <a:endParaRPr lang="en-US"/>
        </a:p>
      </dgm:t>
    </dgm:pt>
    <dgm:pt modelId="{0224CE8C-43F7-4686-A058-D2997634B048}" type="pres">
      <dgm:prSet presAssocID="{2A2BE969-3205-45E2-A963-9FE2FCB45A3E}" presName="root" presStyleCnt="0">
        <dgm:presLayoutVars>
          <dgm:dir/>
          <dgm:resizeHandles val="exact"/>
        </dgm:presLayoutVars>
      </dgm:prSet>
      <dgm:spPr/>
    </dgm:pt>
    <dgm:pt modelId="{047E2143-9D88-46FE-B25A-A342A751A1B3}" type="pres">
      <dgm:prSet presAssocID="{331439B5-A4C7-43D5-AFB6-5E6EFBD27150}" presName="compNode" presStyleCnt="0"/>
      <dgm:spPr/>
    </dgm:pt>
    <dgm:pt modelId="{242FF875-A73F-45B0-8CE9-5EC8C3AE3075}" type="pres">
      <dgm:prSet presAssocID="{331439B5-A4C7-43D5-AFB6-5E6EFBD27150}" presName="bgRect" presStyleLbl="bgShp" presStyleIdx="0" presStyleCnt="4"/>
      <dgm:spPr/>
    </dgm:pt>
    <dgm:pt modelId="{82B483C4-2AA0-49A3-B84E-5BCF5FC30917}" type="pres">
      <dgm:prSet presAssocID="{331439B5-A4C7-43D5-AFB6-5E6EFBD27150}"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oud"/>
        </a:ext>
      </dgm:extLst>
    </dgm:pt>
    <dgm:pt modelId="{25C45452-54E8-4018-9B83-7E5E5FFE5893}" type="pres">
      <dgm:prSet presAssocID="{331439B5-A4C7-43D5-AFB6-5E6EFBD27150}" presName="spaceRect" presStyleCnt="0"/>
      <dgm:spPr/>
    </dgm:pt>
    <dgm:pt modelId="{E5E8B58E-5BEA-4A96-AF5C-EBF8B62C8954}" type="pres">
      <dgm:prSet presAssocID="{331439B5-A4C7-43D5-AFB6-5E6EFBD27150}" presName="parTx" presStyleLbl="revTx" presStyleIdx="0" presStyleCnt="4">
        <dgm:presLayoutVars>
          <dgm:chMax val="0"/>
          <dgm:chPref val="0"/>
        </dgm:presLayoutVars>
      </dgm:prSet>
      <dgm:spPr/>
    </dgm:pt>
    <dgm:pt modelId="{5E5DD643-0AC2-458B-A9E8-537E4FE5BEED}" type="pres">
      <dgm:prSet presAssocID="{352F6918-27FF-445B-8D2F-F394AF185204}" presName="sibTrans" presStyleCnt="0"/>
      <dgm:spPr/>
    </dgm:pt>
    <dgm:pt modelId="{EFF59DD0-AF99-469A-884E-EDBB8B3C870D}" type="pres">
      <dgm:prSet presAssocID="{A92A97E7-DE7B-49CB-850F-53A80A99796B}" presName="compNode" presStyleCnt="0"/>
      <dgm:spPr/>
    </dgm:pt>
    <dgm:pt modelId="{D3B0A269-CC9C-4750-95BA-9E6E34962D63}" type="pres">
      <dgm:prSet presAssocID="{A92A97E7-DE7B-49CB-850F-53A80A99796B}" presName="bgRect" presStyleLbl="bgShp" presStyleIdx="1" presStyleCnt="4"/>
      <dgm:spPr/>
    </dgm:pt>
    <dgm:pt modelId="{EDF967D0-8B78-4321-BAE8-B2214E223715}" type="pres">
      <dgm:prSet presAssocID="{A92A97E7-DE7B-49CB-850F-53A80A99796B}"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7268E8F6-D0CD-47C5-81C6-A4E12095305F}" type="pres">
      <dgm:prSet presAssocID="{A92A97E7-DE7B-49CB-850F-53A80A99796B}" presName="spaceRect" presStyleCnt="0"/>
      <dgm:spPr/>
    </dgm:pt>
    <dgm:pt modelId="{D026B8C1-2568-4A29-BD0E-34AD6148CA41}" type="pres">
      <dgm:prSet presAssocID="{A92A97E7-DE7B-49CB-850F-53A80A99796B}" presName="parTx" presStyleLbl="revTx" presStyleIdx="1" presStyleCnt="4">
        <dgm:presLayoutVars>
          <dgm:chMax val="0"/>
          <dgm:chPref val="0"/>
        </dgm:presLayoutVars>
      </dgm:prSet>
      <dgm:spPr/>
    </dgm:pt>
    <dgm:pt modelId="{A97E8936-F9D4-48F4-9C7D-57CDD256771C}" type="pres">
      <dgm:prSet presAssocID="{4572F7E6-C2DD-4D4F-81E1-B309B02D19C1}" presName="sibTrans" presStyleCnt="0"/>
      <dgm:spPr/>
    </dgm:pt>
    <dgm:pt modelId="{35A4E04B-4E58-4F72-B61D-98269E207C46}" type="pres">
      <dgm:prSet presAssocID="{2E1EB9BC-B280-48E0-8D9D-3AC330AAF614}" presName="compNode" presStyleCnt="0"/>
      <dgm:spPr/>
    </dgm:pt>
    <dgm:pt modelId="{C0949B4E-9AC6-4EB2-99CF-AC1C93F7F609}" type="pres">
      <dgm:prSet presAssocID="{2E1EB9BC-B280-48E0-8D9D-3AC330AAF614}" presName="bgRect" presStyleLbl="bgShp" presStyleIdx="2" presStyleCnt="4"/>
      <dgm:spPr/>
    </dgm:pt>
    <dgm:pt modelId="{1845C843-2F8E-4564-952E-34EDCB31C5A1}" type="pres">
      <dgm:prSet presAssocID="{2E1EB9BC-B280-48E0-8D9D-3AC330AAF614}"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arker"/>
        </a:ext>
      </dgm:extLst>
    </dgm:pt>
    <dgm:pt modelId="{2A4FA63A-F894-4D15-878E-F25386EE0958}" type="pres">
      <dgm:prSet presAssocID="{2E1EB9BC-B280-48E0-8D9D-3AC330AAF614}" presName="spaceRect" presStyleCnt="0"/>
      <dgm:spPr/>
    </dgm:pt>
    <dgm:pt modelId="{2E7AEF83-26A9-417D-87D2-C970051A87CB}" type="pres">
      <dgm:prSet presAssocID="{2E1EB9BC-B280-48E0-8D9D-3AC330AAF614}" presName="parTx" presStyleLbl="revTx" presStyleIdx="2" presStyleCnt="4">
        <dgm:presLayoutVars>
          <dgm:chMax val="0"/>
          <dgm:chPref val="0"/>
        </dgm:presLayoutVars>
      </dgm:prSet>
      <dgm:spPr/>
    </dgm:pt>
    <dgm:pt modelId="{BC270E17-C665-4E3C-89EA-E594E0ABE5E4}" type="pres">
      <dgm:prSet presAssocID="{0DF64528-48D0-472D-B3F6-DA435C992457}" presName="sibTrans" presStyleCnt="0"/>
      <dgm:spPr/>
    </dgm:pt>
    <dgm:pt modelId="{A2361288-FEFE-4FB1-97B6-06C9B81CB68F}" type="pres">
      <dgm:prSet presAssocID="{8015E040-A1DE-41C1-99DB-3EC3721D254D}" presName="compNode" presStyleCnt="0"/>
      <dgm:spPr/>
    </dgm:pt>
    <dgm:pt modelId="{2F968D7E-2068-4832-85D1-9B01199C8C91}" type="pres">
      <dgm:prSet presAssocID="{8015E040-A1DE-41C1-99DB-3EC3721D254D}" presName="bgRect" presStyleLbl="bgShp" presStyleIdx="3" presStyleCnt="4" custLinFactNeighborX="1221" custLinFactNeighborY="1613"/>
      <dgm:spPr/>
    </dgm:pt>
    <dgm:pt modelId="{335F76E4-DE13-4CB7-BBE1-E57DA661D543}" type="pres">
      <dgm:prSet presAssocID="{8015E040-A1DE-41C1-99DB-3EC3721D254D}"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ightbulb"/>
        </a:ext>
      </dgm:extLst>
    </dgm:pt>
    <dgm:pt modelId="{5B3C89FF-2743-4B31-AABF-1BAC03F8ABA9}" type="pres">
      <dgm:prSet presAssocID="{8015E040-A1DE-41C1-99DB-3EC3721D254D}" presName="spaceRect" presStyleCnt="0"/>
      <dgm:spPr/>
    </dgm:pt>
    <dgm:pt modelId="{F11482D0-E049-4155-BCBF-93626B78B50B}" type="pres">
      <dgm:prSet presAssocID="{8015E040-A1DE-41C1-99DB-3EC3721D254D}" presName="parTx" presStyleLbl="revTx" presStyleIdx="3" presStyleCnt="4">
        <dgm:presLayoutVars>
          <dgm:chMax val="0"/>
          <dgm:chPref val="0"/>
        </dgm:presLayoutVars>
      </dgm:prSet>
      <dgm:spPr/>
    </dgm:pt>
  </dgm:ptLst>
  <dgm:cxnLst>
    <dgm:cxn modelId="{EE271A05-E2E1-4B44-8D24-165F84273C58}" srcId="{2A2BE969-3205-45E2-A963-9FE2FCB45A3E}" destId="{2E1EB9BC-B280-48E0-8D9D-3AC330AAF614}" srcOrd="2" destOrd="0" parTransId="{EDA008C5-9053-4B79-BF6A-F79645D63DFF}" sibTransId="{0DF64528-48D0-472D-B3F6-DA435C992457}"/>
    <dgm:cxn modelId="{9CB0882B-B8A8-4958-8F60-A4A229E111A3}" srcId="{2A2BE969-3205-45E2-A963-9FE2FCB45A3E}" destId="{331439B5-A4C7-43D5-AFB6-5E6EFBD27150}" srcOrd="0" destOrd="0" parTransId="{ED2A0417-4DF4-4DC7-ABDF-BE03890738A9}" sibTransId="{352F6918-27FF-445B-8D2F-F394AF185204}"/>
    <dgm:cxn modelId="{C7350340-DF97-434C-ABF8-C786DAABCB9C}" type="presOf" srcId="{2E1EB9BC-B280-48E0-8D9D-3AC330AAF614}" destId="{2E7AEF83-26A9-417D-87D2-C970051A87CB}" srcOrd="0" destOrd="0" presId="urn:microsoft.com/office/officeart/2018/2/layout/IconVerticalSolidList"/>
    <dgm:cxn modelId="{D2D28A65-0AE9-4115-A4B4-2E8BC70C686A}" srcId="{2A2BE969-3205-45E2-A963-9FE2FCB45A3E}" destId="{A92A97E7-DE7B-49CB-850F-53A80A99796B}" srcOrd="1" destOrd="0" parTransId="{011C8E49-2250-46CA-8724-1E020645B25B}" sibTransId="{4572F7E6-C2DD-4D4F-81E1-B309B02D19C1}"/>
    <dgm:cxn modelId="{45CB437B-CB61-4FFD-96C4-B06BEFCE2788}" srcId="{2A2BE969-3205-45E2-A963-9FE2FCB45A3E}" destId="{8015E040-A1DE-41C1-99DB-3EC3721D254D}" srcOrd="3" destOrd="0" parTransId="{48394E7F-8D43-4D3D-AF3F-C8BBE1FFEE5B}" sibTransId="{37586E5D-9325-4837-ACD7-4E2E5DEADD5F}"/>
    <dgm:cxn modelId="{91C3B8A9-B980-4C15-900B-A37F000F2473}" type="presOf" srcId="{A92A97E7-DE7B-49CB-850F-53A80A99796B}" destId="{D026B8C1-2568-4A29-BD0E-34AD6148CA41}" srcOrd="0" destOrd="0" presId="urn:microsoft.com/office/officeart/2018/2/layout/IconVerticalSolidList"/>
    <dgm:cxn modelId="{A69860AC-7BC0-40EC-A30A-60DD318C8F6A}" type="presOf" srcId="{2A2BE969-3205-45E2-A963-9FE2FCB45A3E}" destId="{0224CE8C-43F7-4686-A058-D2997634B048}" srcOrd="0" destOrd="0" presId="urn:microsoft.com/office/officeart/2018/2/layout/IconVerticalSolidList"/>
    <dgm:cxn modelId="{AC83D8CA-4E35-4F9C-8AFA-82FB9EEB42CE}" type="presOf" srcId="{331439B5-A4C7-43D5-AFB6-5E6EFBD27150}" destId="{E5E8B58E-5BEA-4A96-AF5C-EBF8B62C8954}" srcOrd="0" destOrd="0" presId="urn:microsoft.com/office/officeart/2018/2/layout/IconVerticalSolidList"/>
    <dgm:cxn modelId="{998251D2-9119-4A43-983B-E4293AB98689}" type="presOf" srcId="{8015E040-A1DE-41C1-99DB-3EC3721D254D}" destId="{F11482D0-E049-4155-BCBF-93626B78B50B}" srcOrd="0" destOrd="0" presId="urn:microsoft.com/office/officeart/2018/2/layout/IconVerticalSolidList"/>
    <dgm:cxn modelId="{46101802-2B30-46B5-888D-9FEEFE50E8CA}" type="presParOf" srcId="{0224CE8C-43F7-4686-A058-D2997634B048}" destId="{047E2143-9D88-46FE-B25A-A342A751A1B3}" srcOrd="0" destOrd="0" presId="urn:microsoft.com/office/officeart/2018/2/layout/IconVerticalSolidList"/>
    <dgm:cxn modelId="{6DAD55D7-4F8C-4AEB-A8D5-50C3AAD2C1E1}" type="presParOf" srcId="{047E2143-9D88-46FE-B25A-A342A751A1B3}" destId="{242FF875-A73F-45B0-8CE9-5EC8C3AE3075}" srcOrd="0" destOrd="0" presId="urn:microsoft.com/office/officeart/2018/2/layout/IconVerticalSolidList"/>
    <dgm:cxn modelId="{0E627871-6465-4165-8701-B5A8ECA084AF}" type="presParOf" srcId="{047E2143-9D88-46FE-B25A-A342A751A1B3}" destId="{82B483C4-2AA0-49A3-B84E-5BCF5FC30917}" srcOrd="1" destOrd="0" presId="urn:microsoft.com/office/officeart/2018/2/layout/IconVerticalSolidList"/>
    <dgm:cxn modelId="{6D249361-9A5B-4A4C-954F-3403EC31D0AA}" type="presParOf" srcId="{047E2143-9D88-46FE-B25A-A342A751A1B3}" destId="{25C45452-54E8-4018-9B83-7E5E5FFE5893}" srcOrd="2" destOrd="0" presId="urn:microsoft.com/office/officeart/2018/2/layout/IconVerticalSolidList"/>
    <dgm:cxn modelId="{649B9871-A674-4732-9A4E-223AAA7E9E90}" type="presParOf" srcId="{047E2143-9D88-46FE-B25A-A342A751A1B3}" destId="{E5E8B58E-5BEA-4A96-AF5C-EBF8B62C8954}" srcOrd="3" destOrd="0" presId="urn:microsoft.com/office/officeart/2018/2/layout/IconVerticalSolidList"/>
    <dgm:cxn modelId="{0CA0D09A-701C-4B3E-9756-1BF0EDACAE0F}" type="presParOf" srcId="{0224CE8C-43F7-4686-A058-D2997634B048}" destId="{5E5DD643-0AC2-458B-A9E8-537E4FE5BEED}" srcOrd="1" destOrd="0" presId="urn:microsoft.com/office/officeart/2018/2/layout/IconVerticalSolidList"/>
    <dgm:cxn modelId="{4D383031-03C8-42F0-A6BE-9480C6F7B57B}" type="presParOf" srcId="{0224CE8C-43F7-4686-A058-D2997634B048}" destId="{EFF59DD0-AF99-469A-884E-EDBB8B3C870D}" srcOrd="2" destOrd="0" presId="urn:microsoft.com/office/officeart/2018/2/layout/IconVerticalSolidList"/>
    <dgm:cxn modelId="{988DBD0A-DFA6-4AD4-878C-97B12D4F9EDB}" type="presParOf" srcId="{EFF59DD0-AF99-469A-884E-EDBB8B3C870D}" destId="{D3B0A269-CC9C-4750-95BA-9E6E34962D63}" srcOrd="0" destOrd="0" presId="urn:microsoft.com/office/officeart/2018/2/layout/IconVerticalSolidList"/>
    <dgm:cxn modelId="{6F953D88-1BDC-4416-B33F-166A07566E25}" type="presParOf" srcId="{EFF59DD0-AF99-469A-884E-EDBB8B3C870D}" destId="{EDF967D0-8B78-4321-BAE8-B2214E223715}" srcOrd="1" destOrd="0" presId="urn:microsoft.com/office/officeart/2018/2/layout/IconVerticalSolidList"/>
    <dgm:cxn modelId="{917BC2FF-8CE3-42EB-8418-FC33C9A9F6CD}" type="presParOf" srcId="{EFF59DD0-AF99-469A-884E-EDBB8B3C870D}" destId="{7268E8F6-D0CD-47C5-81C6-A4E12095305F}" srcOrd="2" destOrd="0" presId="urn:microsoft.com/office/officeart/2018/2/layout/IconVerticalSolidList"/>
    <dgm:cxn modelId="{C3DDE742-D3E7-47B3-ADA3-AE00B30271E2}" type="presParOf" srcId="{EFF59DD0-AF99-469A-884E-EDBB8B3C870D}" destId="{D026B8C1-2568-4A29-BD0E-34AD6148CA41}" srcOrd="3" destOrd="0" presId="urn:microsoft.com/office/officeart/2018/2/layout/IconVerticalSolidList"/>
    <dgm:cxn modelId="{697CC2D2-79DA-4B22-84E0-AAF1E65E5090}" type="presParOf" srcId="{0224CE8C-43F7-4686-A058-D2997634B048}" destId="{A97E8936-F9D4-48F4-9C7D-57CDD256771C}" srcOrd="3" destOrd="0" presId="urn:microsoft.com/office/officeart/2018/2/layout/IconVerticalSolidList"/>
    <dgm:cxn modelId="{12922379-9941-4AE2-AB19-BD4F7CFE9113}" type="presParOf" srcId="{0224CE8C-43F7-4686-A058-D2997634B048}" destId="{35A4E04B-4E58-4F72-B61D-98269E207C46}" srcOrd="4" destOrd="0" presId="urn:microsoft.com/office/officeart/2018/2/layout/IconVerticalSolidList"/>
    <dgm:cxn modelId="{8FCC29A0-3CE4-4DC4-B33E-265036E814A1}" type="presParOf" srcId="{35A4E04B-4E58-4F72-B61D-98269E207C46}" destId="{C0949B4E-9AC6-4EB2-99CF-AC1C93F7F609}" srcOrd="0" destOrd="0" presId="urn:microsoft.com/office/officeart/2018/2/layout/IconVerticalSolidList"/>
    <dgm:cxn modelId="{5D665A7E-70D0-4A3B-868C-7B7326B74BD2}" type="presParOf" srcId="{35A4E04B-4E58-4F72-B61D-98269E207C46}" destId="{1845C843-2F8E-4564-952E-34EDCB31C5A1}" srcOrd="1" destOrd="0" presId="urn:microsoft.com/office/officeart/2018/2/layout/IconVerticalSolidList"/>
    <dgm:cxn modelId="{7F14A1B8-BD53-4EC6-9F25-ED5C81FDF61E}" type="presParOf" srcId="{35A4E04B-4E58-4F72-B61D-98269E207C46}" destId="{2A4FA63A-F894-4D15-878E-F25386EE0958}" srcOrd="2" destOrd="0" presId="urn:microsoft.com/office/officeart/2018/2/layout/IconVerticalSolidList"/>
    <dgm:cxn modelId="{57763424-0975-423D-8171-2B89384BCACB}" type="presParOf" srcId="{35A4E04B-4E58-4F72-B61D-98269E207C46}" destId="{2E7AEF83-26A9-417D-87D2-C970051A87CB}" srcOrd="3" destOrd="0" presId="urn:microsoft.com/office/officeart/2018/2/layout/IconVerticalSolidList"/>
    <dgm:cxn modelId="{9B5AB1B5-7F7A-4DDF-A504-064342EBF918}" type="presParOf" srcId="{0224CE8C-43F7-4686-A058-D2997634B048}" destId="{BC270E17-C665-4E3C-89EA-E594E0ABE5E4}" srcOrd="5" destOrd="0" presId="urn:microsoft.com/office/officeart/2018/2/layout/IconVerticalSolidList"/>
    <dgm:cxn modelId="{E2987F6A-7280-4B39-B054-C1FB8788C4F6}" type="presParOf" srcId="{0224CE8C-43F7-4686-A058-D2997634B048}" destId="{A2361288-FEFE-4FB1-97B6-06C9B81CB68F}" srcOrd="6" destOrd="0" presId="urn:microsoft.com/office/officeart/2018/2/layout/IconVerticalSolidList"/>
    <dgm:cxn modelId="{144A2D9A-5DAA-4CBE-806B-898A353EE8F2}" type="presParOf" srcId="{A2361288-FEFE-4FB1-97B6-06C9B81CB68F}" destId="{2F968D7E-2068-4832-85D1-9B01199C8C91}" srcOrd="0" destOrd="0" presId="urn:microsoft.com/office/officeart/2018/2/layout/IconVerticalSolidList"/>
    <dgm:cxn modelId="{E7CA32C2-0E65-4112-A587-B81CF8437D79}" type="presParOf" srcId="{A2361288-FEFE-4FB1-97B6-06C9B81CB68F}" destId="{335F76E4-DE13-4CB7-BBE1-E57DA661D543}" srcOrd="1" destOrd="0" presId="urn:microsoft.com/office/officeart/2018/2/layout/IconVerticalSolidList"/>
    <dgm:cxn modelId="{BE42BDF2-EB5D-4F57-9382-A162D9B1C622}" type="presParOf" srcId="{A2361288-FEFE-4FB1-97B6-06C9B81CB68F}" destId="{5B3C89FF-2743-4B31-AABF-1BAC03F8ABA9}" srcOrd="2" destOrd="0" presId="urn:microsoft.com/office/officeart/2018/2/layout/IconVerticalSolidList"/>
    <dgm:cxn modelId="{30BED10F-21A7-40FC-B84B-96022FF3D8BF}" type="presParOf" srcId="{A2361288-FEFE-4FB1-97B6-06C9B81CB68F}" destId="{F11482D0-E049-4155-BCBF-93626B78B50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49269F-4C50-47BB-9807-2687D7DBF538}">
      <dsp:nvSpPr>
        <dsp:cNvPr id="0" name=""/>
        <dsp:cNvSpPr/>
      </dsp:nvSpPr>
      <dsp:spPr>
        <a:xfrm>
          <a:off x="0" y="0"/>
          <a:ext cx="6795183" cy="614934"/>
        </a:xfrm>
        <a:prstGeom prst="roundRect">
          <a:avLst>
            <a:gd name="adj" fmla="val 10000"/>
          </a:avLst>
        </a:prstGeom>
        <a:solidFill>
          <a:schemeClr val="accent6">
            <a:lumMod val="75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In this project certain tasks were carried out</a:t>
          </a:r>
        </a:p>
      </dsp:txBody>
      <dsp:txXfrm>
        <a:off x="18011" y="18011"/>
        <a:ext cx="6059673" cy="578912"/>
      </dsp:txXfrm>
    </dsp:sp>
    <dsp:sp modelId="{9C6E3B12-2D7D-4505-A776-3F51289D2FF2}">
      <dsp:nvSpPr>
        <dsp:cNvPr id="0" name=""/>
        <dsp:cNvSpPr/>
      </dsp:nvSpPr>
      <dsp:spPr>
        <a:xfrm>
          <a:off x="507432" y="700341"/>
          <a:ext cx="6795183" cy="614934"/>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Week-1 – Exploratory Data Analysis[including Business objective discussion &amp; Data set details]</a:t>
          </a:r>
        </a:p>
      </dsp:txBody>
      <dsp:txXfrm>
        <a:off x="525443" y="718352"/>
        <a:ext cx="5852021" cy="578912"/>
      </dsp:txXfrm>
    </dsp:sp>
    <dsp:sp modelId="{0E7CFE12-B1B5-4ADF-BB0C-648961CD2D05}">
      <dsp:nvSpPr>
        <dsp:cNvPr id="0" name=""/>
        <dsp:cNvSpPr/>
      </dsp:nvSpPr>
      <dsp:spPr>
        <a:xfrm>
          <a:off x="1014864" y="1400683"/>
          <a:ext cx="6795183" cy="614934"/>
        </a:xfrm>
        <a:prstGeom prst="roundRect">
          <a:avLst>
            <a:gd name="adj" fmla="val 10000"/>
          </a:avLst>
        </a:prstGeom>
        <a:solidFill>
          <a:srgbClr val="800080"/>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Week-2 - Model </a:t>
          </a:r>
          <a:r>
            <a:rPr lang="en-US" sz="1600" kern="1200"/>
            <a:t>Building</a:t>
          </a:r>
        </a:p>
      </dsp:txBody>
      <dsp:txXfrm>
        <a:off x="1032875" y="1418694"/>
        <a:ext cx="5852021" cy="578912"/>
      </dsp:txXfrm>
    </dsp:sp>
    <dsp:sp modelId="{DAACDB02-90BE-484D-ADB9-3DE16A720A10}">
      <dsp:nvSpPr>
        <dsp:cNvPr id="0" name=""/>
        <dsp:cNvSpPr/>
      </dsp:nvSpPr>
      <dsp:spPr>
        <a:xfrm>
          <a:off x="1522297" y="2101024"/>
          <a:ext cx="6795183" cy="614934"/>
        </a:xfrm>
        <a:prstGeom prst="roundRect">
          <a:avLst>
            <a:gd name="adj" fmla="val 10000"/>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Week-3 - Model Evaluation &amp; Deployment[using Streamlit]</a:t>
          </a:r>
        </a:p>
      </dsp:txBody>
      <dsp:txXfrm>
        <a:off x="1540308" y="2119035"/>
        <a:ext cx="5852021" cy="578912"/>
      </dsp:txXfrm>
    </dsp:sp>
    <dsp:sp modelId="{DF5FD6DA-58D9-4DB3-9F7A-BEF02C07BC2D}">
      <dsp:nvSpPr>
        <dsp:cNvPr id="0" name=""/>
        <dsp:cNvSpPr/>
      </dsp:nvSpPr>
      <dsp:spPr>
        <a:xfrm>
          <a:off x="2029729" y="2801366"/>
          <a:ext cx="6795183" cy="614934"/>
        </a:xfrm>
        <a:prstGeom prst="roundRect">
          <a:avLst>
            <a:gd name="adj" fmla="val 10000"/>
          </a:avLst>
        </a:prstGeom>
        <a:solidFill>
          <a:srgbClr val="FF0000"/>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Week-4 – Final Presentation</a:t>
          </a:r>
        </a:p>
      </dsp:txBody>
      <dsp:txXfrm>
        <a:off x="2047740" y="2819377"/>
        <a:ext cx="5852021" cy="578912"/>
      </dsp:txXfrm>
    </dsp:sp>
    <dsp:sp modelId="{B8BB4B91-B7AB-4E47-9E06-A235CD891197}">
      <dsp:nvSpPr>
        <dsp:cNvPr id="0" name=""/>
        <dsp:cNvSpPr/>
      </dsp:nvSpPr>
      <dsp:spPr>
        <a:xfrm>
          <a:off x="6395475" y="449243"/>
          <a:ext cx="399707" cy="399707"/>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6485409" y="449243"/>
        <a:ext cx="219839" cy="300780"/>
      </dsp:txXfrm>
    </dsp:sp>
    <dsp:sp modelId="{428E9567-544B-4D42-9D0E-FD281D77A31B}">
      <dsp:nvSpPr>
        <dsp:cNvPr id="0" name=""/>
        <dsp:cNvSpPr/>
      </dsp:nvSpPr>
      <dsp:spPr>
        <a:xfrm>
          <a:off x="6902908" y="1149584"/>
          <a:ext cx="399707" cy="399707"/>
        </a:xfrm>
        <a:prstGeom prst="downArrow">
          <a:avLst>
            <a:gd name="adj1" fmla="val 55000"/>
            <a:gd name="adj2" fmla="val 45000"/>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6992842" y="1149584"/>
        <a:ext cx="219839" cy="300780"/>
      </dsp:txXfrm>
    </dsp:sp>
    <dsp:sp modelId="{F5CA59F1-7131-425C-BFF6-FD590159B574}">
      <dsp:nvSpPr>
        <dsp:cNvPr id="0" name=""/>
        <dsp:cNvSpPr/>
      </dsp:nvSpPr>
      <dsp:spPr>
        <a:xfrm>
          <a:off x="7410340" y="1839677"/>
          <a:ext cx="399707" cy="399707"/>
        </a:xfrm>
        <a:prstGeom prst="downArrow">
          <a:avLst>
            <a:gd name="adj1" fmla="val 55000"/>
            <a:gd name="adj2" fmla="val 45000"/>
          </a:avLst>
        </a:prstGeom>
        <a:solidFill>
          <a:schemeClr val="accent4">
            <a:tint val="40000"/>
            <a:alpha val="90000"/>
            <a:hueOff val="0"/>
            <a:satOff val="0"/>
            <a:lumOff val="0"/>
            <a:alphaOff val="0"/>
          </a:schemeClr>
        </a:solidFill>
        <a:ln w="19050"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7500274" y="1839677"/>
        <a:ext cx="219839" cy="300780"/>
      </dsp:txXfrm>
    </dsp:sp>
    <dsp:sp modelId="{77BB18E2-BDB9-4068-ACF9-B33CCC50E3E4}">
      <dsp:nvSpPr>
        <dsp:cNvPr id="0" name=""/>
        <dsp:cNvSpPr/>
      </dsp:nvSpPr>
      <dsp:spPr>
        <a:xfrm>
          <a:off x="7917773" y="2546851"/>
          <a:ext cx="399707" cy="399707"/>
        </a:xfrm>
        <a:prstGeom prst="downArrow">
          <a:avLst>
            <a:gd name="adj1" fmla="val 55000"/>
            <a:gd name="adj2" fmla="val 45000"/>
          </a:avLst>
        </a:prstGeom>
        <a:solidFill>
          <a:schemeClr val="accent5">
            <a:tint val="40000"/>
            <a:alpha val="90000"/>
            <a:hueOff val="0"/>
            <a:satOff val="0"/>
            <a:lumOff val="0"/>
            <a:alphaOff val="0"/>
          </a:schemeClr>
        </a:solidFill>
        <a:ln w="19050"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8007707" y="2546851"/>
        <a:ext cx="219839" cy="3007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C6A812-0412-4CD0-90D1-9DD8B46D1905}">
      <dsp:nvSpPr>
        <dsp:cNvPr id="0" name=""/>
        <dsp:cNvSpPr/>
      </dsp:nvSpPr>
      <dsp:spPr>
        <a:xfrm>
          <a:off x="0" y="99977"/>
          <a:ext cx="5473546" cy="47970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0" i="0" kern="1200"/>
            <a:t>K-Nearest Neighbors</a:t>
          </a:r>
        </a:p>
      </dsp:txBody>
      <dsp:txXfrm>
        <a:off x="23417" y="123394"/>
        <a:ext cx="5426712" cy="432866"/>
      </dsp:txXfrm>
    </dsp:sp>
    <dsp:sp modelId="{E970A7F4-86FD-4581-AF33-2054DB779626}">
      <dsp:nvSpPr>
        <dsp:cNvPr id="0" name=""/>
        <dsp:cNvSpPr/>
      </dsp:nvSpPr>
      <dsp:spPr>
        <a:xfrm>
          <a:off x="0" y="637277"/>
          <a:ext cx="5473546" cy="479700"/>
        </a:xfrm>
        <a:prstGeom prst="roundRect">
          <a:avLst/>
        </a:prstGeom>
        <a:solidFill>
          <a:schemeClr val="accent2">
            <a:hueOff val="-2470715"/>
            <a:satOff val="113"/>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0" i="0" kern="1200"/>
            <a:t>Decision Tree</a:t>
          </a:r>
        </a:p>
      </dsp:txBody>
      <dsp:txXfrm>
        <a:off x="23417" y="660694"/>
        <a:ext cx="5426712" cy="432866"/>
      </dsp:txXfrm>
    </dsp:sp>
    <dsp:sp modelId="{B7D7FA7B-74EC-4D29-A1B3-EDD22B23AACE}">
      <dsp:nvSpPr>
        <dsp:cNvPr id="0" name=""/>
        <dsp:cNvSpPr/>
      </dsp:nvSpPr>
      <dsp:spPr>
        <a:xfrm>
          <a:off x="0" y="1174578"/>
          <a:ext cx="5473546" cy="479700"/>
        </a:xfrm>
        <a:prstGeom prst="roundRect">
          <a:avLst/>
        </a:prstGeom>
        <a:solidFill>
          <a:schemeClr val="accent2">
            <a:hueOff val="-4941430"/>
            <a:satOff val="225"/>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0" i="0" kern="1200"/>
            <a:t>Random Forest</a:t>
          </a:r>
        </a:p>
      </dsp:txBody>
      <dsp:txXfrm>
        <a:off x="23417" y="1197995"/>
        <a:ext cx="5426712" cy="432866"/>
      </dsp:txXfrm>
    </dsp:sp>
    <dsp:sp modelId="{19C942D2-DE04-4EC5-9280-F19169914FBA}">
      <dsp:nvSpPr>
        <dsp:cNvPr id="0" name=""/>
        <dsp:cNvSpPr/>
      </dsp:nvSpPr>
      <dsp:spPr>
        <a:xfrm>
          <a:off x="0" y="1711878"/>
          <a:ext cx="5473546" cy="479700"/>
        </a:xfrm>
        <a:prstGeom prst="roundRect">
          <a:avLst/>
        </a:prstGeom>
        <a:solidFill>
          <a:schemeClr val="accent2">
            <a:hueOff val="-7412145"/>
            <a:satOff val="338"/>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0" i="0" kern="1200"/>
            <a:t>Support Vector Machine</a:t>
          </a:r>
        </a:p>
      </dsp:txBody>
      <dsp:txXfrm>
        <a:off x="23417" y="1735295"/>
        <a:ext cx="5426712" cy="432866"/>
      </dsp:txXfrm>
    </dsp:sp>
    <dsp:sp modelId="{EAE3B683-A657-402D-B2BA-3557FFEF6A78}">
      <dsp:nvSpPr>
        <dsp:cNvPr id="0" name=""/>
        <dsp:cNvSpPr/>
      </dsp:nvSpPr>
      <dsp:spPr>
        <a:xfrm>
          <a:off x="0" y="2249178"/>
          <a:ext cx="5473546" cy="479700"/>
        </a:xfrm>
        <a:prstGeom prst="roundRect">
          <a:avLst/>
        </a:prstGeom>
        <a:solidFill>
          <a:schemeClr val="accent2">
            <a:hueOff val="-9882860"/>
            <a:satOff val="45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0" i="0" kern="1200"/>
            <a:t>Logistic Regression</a:t>
          </a:r>
        </a:p>
      </dsp:txBody>
      <dsp:txXfrm>
        <a:off x="23417" y="2272595"/>
        <a:ext cx="5426712" cy="432866"/>
      </dsp:txXfrm>
    </dsp:sp>
    <dsp:sp modelId="{F5C46758-E9B7-46B8-B5A3-2BBDFFF15073}">
      <dsp:nvSpPr>
        <dsp:cNvPr id="0" name=""/>
        <dsp:cNvSpPr/>
      </dsp:nvSpPr>
      <dsp:spPr>
        <a:xfrm>
          <a:off x="0" y="2786478"/>
          <a:ext cx="5473546" cy="479700"/>
        </a:xfrm>
        <a:prstGeom prst="roundRect">
          <a:avLst/>
        </a:prstGeom>
        <a:solidFill>
          <a:schemeClr val="accent2">
            <a:hueOff val="-12353576"/>
            <a:satOff val="563"/>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0" i="0" kern="1200"/>
            <a:t>Bagging Classifier</a:t>
          </a:r>
        </a:p>
      </dsp:txBody>
      <dsp:txXfrm>
        <a:off x="23417" y="2809895"/>
        <a:ext cx="5426712" cy="432866"/>
      </dsp:txXfrm>
    </dsp:sp>
    <dsp:sp modelId="{639AD3E6-7877-43C5-BCBC-B0F42FDD3299}">
      <dsp:nvSpPr>
        <dsp:cNvPr id="0" name=""/>
        <dsp:cNvSpPr/>
      </dsp:nvSpPr>
      <dsp:spPr>
        <a:xfrm>
          <a:off x="0" y="3323778"/>
          <a:ext cx="5473546" cy="479700"/>
        </a:xfrm>
        <a:prstGeom prst="roundRect">
          <a:avLst/>
        </a:prstGeom>
        <a:solidFill>
          <a:schemeClr val="accent2">
            <a:hueOff val="-14824290"/>
            <a:satOff val="676"/>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0" i="0" kern="1200"/>
            <a:t>Ada Boost Classifier</a:t>
          </a:r>
        </a:p>
      </dsp:txBody>
      <dsp:txXfrm>
        <a:off x="23417" y="3347195"/>
        <a:ext cx="5426712" cy="432866"/>
      </dsp:txXfrm>
    </dsp:sp>
    <dsp:sp modelId="{D05E81D5-56B5-49C1-BE1F-ED4FB3128C70}">
      <dsp:nvSpPr>
        <dsp:cNvPr id="0" name=""/>
        <dsp:cNvSpPr/>
      </dsp:nvSpPr>
      <dsp:spPr>
        <a:xfrm>
          <a:off x="0" y="3861078"/>
          <a:ext cx="5473546" cy="479700"/>
        </a:xfrm>
        <a:prstGeom prst="roundRect">
          <a:avLst/>
        </a:prstGeom>
        <a:solidFill>
          <a:schemeClr val="accent2">
            <a:hueOff val="-17295005"/>
            <a:satOff val="788"/>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0" i="0" kern="1200"/>
            <a:t>Gradient Boosting</a:t>
          </a:r>
        </a:p>
      </dsp:txBody>
      <dsp:txXfrm>
        <a:off x="23417" y="3884495"/>
        <a:ext cx="5426712" cy="432866"/>
      </dsp:txXfrm>
    </dsp:sp>
    <dsp:sp modelId="{26C7D9CC-74CB-45D3-9DD2-0CE56071F60C}">
      <dsp:nvSpPr>
        <dsp:cNvPr id="0" name=""/>
        <dsp:cNvSpPr/>
      </dsp:nvSpPr>
      <dsp:spPr>
        <a:xfrm>
          <a:off x="0" y="4398378"/>
          <a:ext cx="5473546" cy="479700"/>
        </a:xfrm>
        <a:prstGeom prst="roundRect">
          <a:avLst/>
        </a:prstGeom>
        <a:solidFill>
          <a:schemeClr val="accent2">
            <a:hueOff val="-19765721"/>
            <a:satOff val="9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0" i="0" kern="1200"/>
            <a:t>Naive Bayes</a:t>
          </a:r>
        </a:p>
      </dsp:txBody>
      <dsp:txXfrm>
        <a:off x="23417" y="4421795"/>
        <a:ext cx="5426712" cy="4328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79DACB-1131-4AC4-840A-6259EEFC9FD2}">
      <dsp:nvSpPr>
        <dsp:cNvPr id="0" name=""/>
        <dsp:cNvSpPr/>
      </dsp:nvSpPr>
      <dsp:spPr>
        <a:xfrm>
          <a:off x="0" y="2772"/>
          <a:ext cx="8824913" cy="44277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50AF83-5681-477D-847A-30D8CE55320C}">
      <dsp:nvSpPr>
        <dsp:cNvPr id="0" name=""/>
        <dsp:cNvSpPr/>
      </dsp:nvSpPr>
      <dsp:spPr>
        <a:xfrm>
          <a:off x="133939" y="102396"/>
          <a:ext cx="243764" cy="243526"/>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875F93A-77A3-46DE-BF6D-65A7BC4F47F6}">
      <dsp:nvSpPr>
        <dsp:cNvPr id="0" name=""/>
        <dsp:cNvSpPr/>
      </dsp:nvSpPr>
      <dsp:spPr>
        <a:xfrm>
          <a:off x="511643" y="2772"/>
          <a:ext cx="8297772" cy="470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789" tIns="49789" rIns="49789" bIns="49789" numCol="1" spcCol="1270" anchor="ctr" anchorCtr="0">
          <a:noAutofit/>
        </a:bodyPr>
        <a:lstStyle/>
        <a:p>
          <a:pPr marL="0" lvl="0" indent="0" algn="l" defTabSz="622300">
            <a:lnSpc>
              <a:spcPct val="90000"/>
            </a:lnSpc>
            <a:spcBef>
              <a:spcPct val="0"/>
            </a:spcBef>
            <a:spcAft>
              <a:spcPct val="35000"/>
            </a:spcAft>
            <a:buNone/>
          </a:pPr>
          <a:r>
            <a:rPr lang="en-IN" sz="1400" kern="1200" dirty="0"/>
            <a:t>To complete the deployment, we used Streamlit cloud  </a:t>
          </a:r>
          <a:endParaRPr lang="en-US" sz="1400" kern="1200" dirty="0"/>
        </a:p>
      </dsp:txBody>
      <dsp:txXfrm>
        <a:off x="511643" y="2772"/>
        <a:ext cx="8297772" cy="470449"/>
      </dsp:txXfrm>
    </dsp:sp>
    <dsp:sp modelId="{ECD164AD-0317-4EB2-AC39-400071554929}">
      <dsp:nvSpPr>
        <dsp:cNvPr id="0" name=""/>
        <dsp:cNvSpPr/>
      </dsp:nvSpPr>
      <dsp:spPr>
        <a:xfrm>
          <a:off x="0" y="590833"/>
          <a:ext cx="8824913" cy="44277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BFC80A-40EF-4CF9-9149-78422B660421}">
      <dsp:nvSpPr>
        <dsp:cNvPr id="0" name=""/>
        <dsp:cNvSpPr/>
      </dsp:nvSpPr>
      <dsp:spPr>
        <a:xfrm>
          <a:off x="133939" y="690457"/>
          <a:ext cx="243764" cy="243526"/>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F174AAA-3464-4E3A-B25A-56E9C265E098}">
      <dsp:nvSpPr>
        <dsp:cNvPr id="0" name=""/>
        <dsp:cNvSpPr/>
      </dsp:nvSpPr>
      <dsp:spPr>
        <a:xfrm>
          <a:off x="511643" y="590833"/>
          <a:ext cx="8297772" cy="470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789" tIns="49789" rIns="49789" bIns="49789" numCol="1" spcCol="1270" anchor="ctr" anchorCtr="0">
          <a:noAutofit/>
        </a:bodyPr>
        <a:lstStyle/>
        <a:p>
          <a:pPr marL="0" lvl="0" indent="0" algn="l" defTabSz="622300">
            <a:lnSpc>
              <a:spcPct val="90000"/>
            </a:lnSpc>
            <a:spcBef>
              <a:spcPct val="0"/>
            </a:spcBef>
            <a:spcAft>
              <a:spcPct val="35000"/>
            </a:spcAft>
            <a:buNone/>
          </a:pPr>
          <a:r>
            <a:rPr lang="en-IN" sz="1400" kern="1200"/>
            <a:t>We have rendered the deployment use the GitHub</a:t>
          </a:r>
          <a:endParaRPr lang="en-US" sz="1400" kern="1200"/>
        </a:p>
      </dsp:txBody>
      <dsp:txXfrm>
        <a:off x="511643" y="590833"/>
        <a:ext cx="8297772" cy="470449"/>
      </dsp:txXfrm>
    </dsp:sp>
    <dsp:sp modelId="{216D812B-6192-4AC6-A0E1-0B463B89291C}">
      <dsp:nvSpPr>
        <dsp:cNvPr id="0" name=""/>
        <dsp:cNvSpPr/>
      </dsp:nvSpPr>
      <dsp:spPr>
        <a:xfrm>
          <a:off x="0" y="1178894"/>
          <a:ext cx="8824913" cy="44277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DB4EB3-93FE-4998-AFE8-59A82FF4EADA}">
      <dsp:nvSpPr>
        <dsp:cNvPr id="0" name=""/>
        <dsp:cNvSpPr/>
      </dsp:nvSpPr>
      <dsp:spPr>
        <a:xfrm>
          <a:off x="133939" y="1278519"/>
          <a:ext cx="243764" cy="243526"/>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ADE6423-9EC1-4E53-B467-661EBDDB45E0}">
      <dsp:nvSpPr>
        <dsp:cNvPr id="0" name=""/>
        <dsp:cNvSpPr/>
      </dsp:nvSpPr>
      <dsp:spPr>
        <a:xfrm>
          <a:off x="511643" y="1178894"/>
          <a:ext cx="8297772" cy="470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789" tIns="49789" rIns="49789" bIns="49789" numCol="1" spcCol="1270" anchor="ctr" anchorCtr="0">
          <a:noAutofit/>
        </a:bodyPr>
        <a:lstStyle/>
        <a:p>
          <a:pPr marL="0" lvl="0" indent="0" algn="l" defTabSz="622300">
            <a:lnSpc>
              <a:spcPct val="90000"/>
            </a:lnSpc>
            <a:spcBef>
              <a:spcPct val="0"/>
            </a:spcBef>
            <a:spcAft>
              <a:spcPct val="35000"/>
            </a:spcAft>
            <a:buNone/>
          </a:pPr>
          <a:r>
            <a:rPr lang="en-IN" sz="1400" kern="1200" dirty="0"/>
            <a:t>Scalability and load balancing</a:t>
          </a:r>
          <a:endParaRPr lang="en-US" sz="1400" kern="1200" dirty="0"/>
        </a:p>
      </dsp:txBody>
      <dsp:txXfrm>
        <a:off x="511643" y="1178894"/>
        <a:ext cx="8297772" cy="470449"/>
      </dsp:txXfrm>
    </dsp:sp>
    <dsp:sp modelId="{8773560D-62CD-4438-A8F4-3709D57942EF}">
      <dsp:nvSpPr>
        <dsp:cNvPr id="0" name=""/>
        <dsp:cNvSpPr/>
      </dsp:nvSpPr>
      <dsp:spPr>
        <a:xfrm>
          <a:off x="0" y="1766956"/>
          <a:ext cx="8824913" cy="44277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AD8FC1-67D3-4117-AE5F-234F729A2CBA}">
      <dsp:nvSpPr>
        <dsp:cNvPr id="0" name=""/>
        <dsp:cNvSpPr/>
      </dsp:nvSpPr>
      <dsp:spPr>
        <a:xfrm>
          <a:off x="133939" y="1866580"/>
          <a:ext cx="243764" cy="243526"/>
        </a:xfrm>
        <a:prstGeom prst="rect">
          <a:avLst/>
        </a:prstGeom>
        <a:solidFill>
          <a:schemeClr val="bg1">
            <a:hueOff val="0"/>
            <a:satOff val="0"/>
            <a:lumOff val="0"/>
            <a:alphaOff val="0"/>
          </a:schemeClr>
        </a:solid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8A77FB-BAEA-44A2-8E26-9EDF416F9EDD}">
      <dsp:nvSpPr>
        <dsp:cNvPr id="0" name=""/>
        <dsp:cNvSpPr/>
      </dsp:nvSpPr>
      <dsp:spPr>
        <a:xfrm>
          <a:off x="511643" y="1766956"/>
          <a:ext cx="8297772" cy="470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789" tIns="49789" rIns="49789" bIns="49789" numCol="1" spcCol="1270" anchor="ctr" anchorCtr="0">
          <a:noAutofit/>
        </a:bodyPr>
        <a:lstStyle/>
        <a:p>
          <a:pPr marL="0" lvl="0" indent="0" algn="l" defTabSz="622300">
            <a:lnSpc>
              <a:spcPct val="90000"/>
            </a:lnSpc>
            <a:spcBef>
              <a:spcPct val="0"/>
            </a:spcBef>
            <a:spcAft>
              <a:spcPct val="35000"/>
            </a:spcAft>
            <a:buNone/>
          </a:pPr>
          <a:r>
            <a:rPr lang="en-US" sz="1400" kern="1200"/>
            <a:t> Ensure that the model has been thoroughly evaluated with appropriate metrics (e.g., accuracy, precision, recall, F1-score) on the test set and is performing well.</a:t>
          </a:r>
          <a:endParaRPr lang="en-IN" sz="1400" kern="1200"/>
        </a:p>
      </dsp:txBody>
      <dsp:txXfrm>
        <a:off x="511643" y="1766956"/>
        <a:ext cx="8297772" cy="470449"/>
      </dsp:txXfrm>
    </dsp:sp>
    <dsp:sp modelId="{4A9F69D5-8AC1-49B3-A54F-5D41F8DC4199}">
      <dsp:nvSpPr>
        <dsp:cNvPr id="0" name=""/>
        <dsp:cNvSpPr/>
      </dsp:nvSpPr>
      <dsp:spPr>
        <a:xfrm>
          <a:off x="0" y="2355017"/>
          <a:ext cx="8824913" cy="442775"/>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81CF49-4AA9-4635-AD4B-8375FB2ACD70}">
      <dsp:nvSpPr>
        <dsp:cNvPr id="0" name=""/>
        <dsp:cNvSpPr/>
      </dsp:nvSpPr>
      <dsp:spPr>
        <a:xfrm>
          <a:off x="133939" y="2454641"/>
          <a:ext cx="243764" cy="243526"/>
        </a:xfrm>
        <a:prstGeom prst="rect">
          <a:avLst/>
        </a:prstGeom>
        <a:solidFill>
          <a:schemeClr val="bg1">
            <a:hueOff val="0"/>
            <a:satOff val="0"/>
            <a:lumOff val="0"/>
            <a:alphaOff val="0"/>
          </a:schemeClr>
        </a:solid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2F3786-AF90-4152-A02A-681F73770A2B}">
      <dsp:nvSpPr>
        <dsp:cNvPr id="0" name=""/>
        <dsp:cNvSpPr/>
      </dsp:nvSpPr>
      <dsp:spPr>
        <a:xfrm>
          <a:off x="511643" y="2355017"/>
          <a:ext cx="8297772" cy="470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789" tIns="49789" rIns="49789" bIns="49789" numCol="1" spcCol="1270" anchor="ctr" anchorCtr="0">
          <a:noAutofit/>
        </a:bodyPr>
        <a:lstStyle/>
        <a:p>
          <a:pPr marL="0" lvl="0" indent="0" algn="l" defTabSz="622300">
            <a:lnSpc>
              <a:spcPct val="90000"/>
            </a:lnSpc>
            <a:spcBef>
              <a:spcPct val="0"/>
            </a:spcBef>
            <a:spcAft>
              <a:spcPct val="35000"/>
            </a:spcAft>
            <a:buNone/>
          </a:pPr>
          <a:r>
            <a:rPr lang="en-US" sz="1400" kern="1200"/>
            <a:t>Pickle or Joblib for Python-based models.</a:t>
          </a:r>
          <a:endParaRPr lang="en-IN" sz="1400" kern="1200"/>
        </a:p>
      </dsp:txBody>
      <dsp:txXfrm>
        <a:off x="511643" y="2355017"/>
        <a:ext cx="8297772" cy="470449"/>
      </dsp:txXfrm>
    </dsp:sp>
    <dsp:sp modelId="{A85B3FA8-BB9A-434C-A33A-F60027FA32D6}">
      <dsp:nvSpPr>
        <dsp:cNvPr id="0" name=""/>
        <dsp:cNvSpPr/>
      </dsp:nvSpPr>
      <dsp:spPr>
        <a:xfrm>
          <a:off x="0" y="2943078"/>
          <a:ext cx="8824913" cy="44277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29DD43-A51A-43B4-BB79-A6BE12823321}">
      <dsp:nvSpPr>
        <dsp:cNvPr id="0" name=""/>
        <dsp:cNvSpPr/>
      </dsp:nvSpPr>
      <dsp:spPr>
        <a:xfrm>
          <a:off x="133939" y="3042703"/>
          <a:ext cx="243764" cy="243526"/>
        </a:xfrm>
        <a:prstGeom prst="rect">
          <a:avLst/>
        </a:prstGeom>
        <a:solidFill>
          <a:schemeClr val="bg1">
            <a:hueOff val="0"/>
            <a:satOff val="0"/>
            <a:lumOff val="0"/>
            <a:alphaOff val="0"/>
          </a:schemeClr>
        </a:solid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E7CFBD-1F20-41A3-98C1-94670093DE8C}">
      <dsp:nvSpPr>
        <dsp:cNvPr id="0" name=""/>
        <dsp:cNvSpPr/>
      </dsp:nvSpPr>
      <dsp:spPr>
        <a:xfrm>
          <a:off x="511643" y="2943078"/>
          <a:ext cx="8297772" cy="470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789" tIns="49789" rIns="49789" bIns="49789" numCol="1" spcCol="1270" anchor="ctr" anchorCtr="0">
          <a:noAutofit/>
        </a:bodyPr>
        <a:lstStyle/>
        <a:p>
          <a:pPr marL="0" lvl="0" indent="0" algn="l" defTabSz="622300">
            <a:lnSpc>
              <a:spcPct val="90000"/>
            </a:lnSpc>
            <a:spcBef>
              <a:spcPct val="0"/>
            </a:spcBef>
            <a:spcAft>
              <a:spcPct val="35000"/>
            </a:spcAft>
            <a:buNone/>
          </a:pPr>
          <a:r>
            <a:rPr lang="en-US" sz="1400" kern="1200"/>
            <a:t>Set Up a Deployment Environment</a:t>
          </a:r>
          <a:endParaRPr lang="en-IN" sz="1400" kern="1200"/>
        </a:p>
      </dsp:txBody>
      <dsp:txXfrm>
        <a:off x="511643" y="2943078"/>
        <a:ext cx="8297772" cy="4704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7D8F0A-EAC8-43EB-9E87-9FE0B10EF299}">
      <dsp:nvSpPr>
        <dsp:cNvPr id="0" name=""/>
        <dsp:cNvSpPr/>
      </dsp:nvSpPr>
      <dsp:spPr>
        <a:xfrm>
          <a:off x="0" y="0"/>
          <a:ext cx="2683671" cy="214704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CEF81D7-C265-4603-819C-989691832170}">
      <dsp:nvSpPr>
        <dsp:cNvPr id="0" name=""/>
        <dsp:cNvSpPr/>
      </dsp:nvSpPr>
      <dsp:spPr>
        <a:xfrm>
          <a:off x="374731" y="2221417"/>
          <a:ext cx="1754296" cy="1140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As new job skills and qualification emerges the model needs to be periodically retained with updated data</a:t>
          </a:r>
          <a:r>
            <a:rPr lang="en-US" sz="1050" kern="1200" dirty="0">
              <a:latin typeface="Times New Roman" panose="02020603050405020304" pitchFamily="18" charset="0"/>
              <a:cs typeface="Times New Roman" panose="02020603050405020304" pitchFamily="18" charset="0"/>
            </a:rPr>
            <a:t>.</a:t>
          </a:r>
        </a:p>
      </dsp:txBody>
      <dsp:txXfrm>
        <a:off x="374731" y="2221417"/>
        <a:ext cx="1754296" cy="1140292"/>
      </dsp:txXfrm>
    </dsp:sp>
    <dsp:sp modelId="{7EFFC280-004F-4D4E-8F54-F4F833E809DD}">
      <dsp:nvSpPr>
        <dsp:cNvPr id="0" name=""/>
        <dsp:cNvSpPr/>
      </dsp:nvSpPr>
      <dsp:spPr>
        <a:xfrm>
          <a:off x="3713097" y="317641"/>
          <a:ext cx="1802568" cy="18106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7557736-CDB5-4541-A241-59F94563BC96}">
      <dsp:nvSpPr>
        <dsp:cNvPr id="0" name=""/>
        <dsp:cNvSpPr/>
      </dsp:nvSpPr>
      <dsp:spPr>
        <a:xfrm>
          <a:off x="3737233" y="1958365"/>
          <a:ext cx="1754296" cy="1140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USER ADOPTION AND TRUST</a:t>
          </a:r>
        </a:p>
      </dsp:txBody>
      <dsp:txXfrm>
        <a:off x="3737233" y="1958365"/>
        <a:ext cx="1754296" cy="1140292"/>
      </dsp:txXfrm>
    </dsp:sp>
    <dsp:sp modelId="{ECE40F0A-8B27-44B1-AB96-42C06E0E53FB}">
      <dsp:nvSpPr>
        <dsp:cNvPr id="0" name=""/>
        <dsp:cNvSpPr/>
      </dsp:nvSpPr>
      <dsp:spPr>
        <a:xfrm>
          <a:off x="5822668" y="359795"/>
          <a:ext cx="2279821" cy="16420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7366C3A-6C75-45EA-8073-16EB0807E7C6}">
      <dsp:nvSpPr>
        <dsp:cNvPr id="0" name=""/>
        <dsp:cNvSpPr/>
      </dsp:nvSpPr>
      <dsp:spPr>
        <a:xfrm>
          <a:off x="6085430" y="1916211"/>
          <a:ext cx="1754296" cy="1140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SYSTEM MAINTEINANCE AND DOWNTIME</a:t>
          </a:r>
        </a:p>
      </dsp:txBody>
      <dsp:txXfrm>
        <a:off x="6085430" y="1916211"/>
        <a:ext cx="1754296" cy="114029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2FF875-A73F-45B0-8CE9-5EC8C3AE3075}">
      <dsp:nvSpPr>
        <dsp:cNvPr id="0" name=""/>
        <dsp:cNvSpPr/>
      </dsp:nvSpPr>
      <dsp:spPr>
        <a:xfrm>
          <a:off x="0" y="1417"/>
          <a:ext cx="8824913" cy="7186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B483C4-2AA0-49A3-B84E-5BCF5FC30917}">
      <dsp:nvSpPr>
        <dsp:cNvPr id="0" name=""/>
        <dsp:cNvSpPr/>
      </dsp:nvSpPr>
      <dsp:spPr>
        <a:xfrm>
          <a:off x="217383" y="163108"/>
          <a:ext cx="395243" cy="39524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E8B58E-5BEA-4A96-AF5C-EBF8B62C8954}">
      <dsp:nvSpPr>
        <dsp:cNvPr id="0" name=""/>
        <dsp:cNvSpPr/>
      </dsp:nvSpPr>
      <dsp:spPr>
        <a:xfrm>
          <a:off x="830010" y="1417"/>
          <a:ext cx="7994902" cy="7186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054" tIns="76054" rIns="76054" bIns="76054" numCol="1" spcCol="1270" anchor="ctr" anchorCtr="0">
          <a:noAutofit/>
        </a:bodyPr>
        <a:lstStyle/>
        <a:p>
          <a:pPr marL="0" lvl="0" indent="0" algn="l" defTabSz="666750">
            <a:lnSpc>
              <a:spcPct val="10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We </a:t>
          </a:r>
          <a:r>
            <a:rPr lang="en-US" sz="1500" b="0" i="0" kern="1200" dirty="0">
              <a:effectLst/>
              <a:latin typeface="ff1"/>
            </a:rPr>
            <a:t>have compared the various state of the art algorithms using similar self-generated data which allowed us to compare them in an unbiased way. </a:t>
          </a:r>
          <a:endParaRPr lang="en-US" sz="1500" kern="1200" dirty="0">
            <a:latin typeface="Times New Roman" panose="02020603050405020304" pitchFamily="18" charset="0"/>
            <a:cs typeface="Times New Roman" panose="02020603050405020304" pitchFamily="18" charset="0"/>
          </a:endParaRPr>
        </a:p>
      </dsp:txBody>
      <dsp:txXfrm>
        <a:off x="830010" y="1417"/>
        <a:ext cx="7994902" cy="718624"/>
      </dsp:txXfrm>
    </dsp:sp>
    <dsp:sp modelId="{D3B0A269-CC9C-4750-95BA-9E6E34962D63}">
      <dsp:nvSpPr>
        <dsp:cNvPr id="0" name=""/>
        <dsp:cNvSpPr/>
      </dsp:nvSpPr>
      <dsp:spPr>
        <a:xfrm>
          <a:off x="0" y="899697"/>
          <a:ext cx="8824913" cy="7186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F967D0-8B78-4321-BAE8-B2214E223715}">
      <dsp:nvSpPr>
        <dsp:cNvPr id="0" name=""/>
        <dsp:cNvSpPr/>
      </dsp:nvSpPr>
      <dsp:spPr>
        <a:xfrm>
          <a:off x="217383" y="1061388"/>
          <a:ext cx="395243" cy="39524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26B8C1-2568-4A29-BD0E-34AD6148CA41}">
      <dsp:nvSpPr>
        <dsp:cNvPr id="0" name=""/>
        <dsp:cNvSpPr/>
      </dsp:nvSpPr>
      <dsp:spPr>
        <a:xfrm>
          <a:off x="830010" y="899697"/>
          <a:ext cx="7994902" cy="7186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054" tIns="76054" rIns="76054" bIns="76054" numCol="1" spcCol="1270" anchor="ctr" anchorCtr="0">
          <a:noAutofit/>
        </a:bodyPr>
        <a:lstStyle/>
        <a:p>
          <a:pPr marL="0" lvl="0" indent="0" algn="l" defTabSz="666750">
            <a:lnSpc>
              <a:spcPct val="100000"/>
            </a:lnSpc>
            <a:spcBef>
              <a:spcPct val="0"/>
            </a:spcBef>
            <a:spcAft>
              <a:spcPct val="35000"/>
            </a:spcAft>
            <a:buNone/>
          </a:pPr>
          <a:r>
            <a:rPr lang="en-US" sz="1500" b="0" i="0" kern="1200" dirty="0">
              <a:effectLst/>
              <a:latin typeface="ff1"/>
            </a:rPr>
            <a:t>Data was raw and it had more deformities, so we had to clean it up various times.</a:t>
          </a:r>
          <a:endParaRPr lang="en-US" sz="1500" kern="1200" dirty="0">
            <a:latin typeface="Times New Roman" panose="02020603050405020304" pitchFamily="18" charset="0"/>
            <a:cs typeface="Times New Roman" panose="02020603050405020304" pitchFamily="18" charset="0"/>
          </a:endParaRPr>
        </a:p>
      </dsp:txBody>
      <dsp:txXfrm>
        <a:off x="830010" y="899697"/>
        <a:ext cx="7994902" cy="718624"/>
      </dsp:txXfrm>
    </dsp:sp>
    <dsp:sp modelId="{C0949B4E-9AC6-4EB2-99CF-AC1C93F7F609}">
      <dsp:nvSpPr>
        <dsp:cNvPr id="0" name=""/>
        <dsp:cNvSpPr/>
      </dsp:nvSpPr>
      <dsp:spPr>
        <a:xfrm>
          <a:off x="0" y="1797978"/>
          <a:ext cx="8824913" cy="7186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45C843-2F8E-4564-952E-34EDCB31C5A1}">
      <dsp:nvSpPr>
        <dsp:cNvPr id="0" name=""/>
        <dsp:cNvSpPr/>
      </dsp:nvSpPr>
      <dsp:spPr>
        <a:xfrm>
          <a:off x="217383" y="1959668"/>
          <a:ext cx="395243" cy="395243"/>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7AEF83-26A9-417D-87D2-C970051A87CB}">
      <dsp:nvSpPr>
        <dsp:cNvPr id="0" name=""/>
        <dsp:cNvSpPr/>
      </dsp:nvSpPr>
      <dsp:spPr>
        <a:xfrm>
          <a:off x="830010" y="1797978"/>
          <a:ext cx="7994902" cy="7186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054" tIns="76054" rIns="76054" bIns="76054" numCol="1" spcCol="1270" anchor="ctr" anchorCtr="0">
          <a:noAutofit/>
        </a:bodyPr>
        <a:lstStyle/>
        <a:p>
          <a:pPr marL="0" lvl="0" indent="0" algn="l" defTabSz="666750">
            <a:lnSpc>
              <a:spcPct val="100000"/>
            </a:lnSpc>
            <a:spcBef>
              <a:spcPct val="0"/>
            </a:spcBef>
            <a:spcAft>
              <a:spcPct val="35000"/>
            </a:spcAft>
            <a:buNone/>
          </a:pPr>
          <a:r>
            <a:rPr lang="en-US" sz="1500" kern="1200" dirty="0"/>
            <a:t>This will provide potential candidate to the organization  and the candidate will be successfully be placed in an organization which appreciate his/her skillset and ability</a:t>
          </a:r>
          <a:endParaRPr lang="en-US" sz="1500" kern="1200" dirty="0">
            <a:latin typeface="Times New Roman" panose="02020603050405020304" pitchFamily="18" charset="0"/>
            <a:cs typeface="Times New Roman" panose="02020603050405020304" pitchFamily="18" charset="0"/>
          </a:endParaRPr>
        </a:p>
      </dsp:txBody>
      <dsp:txXfrm>
        <a:off x="830010" y="1797978"/>
        <a:ext cx="7994902" cy="718624"/>
      </dsp:txXfrm>
    </dsp:sp>
    <dsp:sp modelId="{2F968D7E-2068-4832-85D1-9B01199C8C91}">
      <dsp:nvSpPr>
        <dsp:cNvPr id="0" name=""/>
        <dsp:cNvSpPr/>
      </dsp:nvSpPr>
      <dsp:spPr>
        <a:xfrm>
          <a:off x="0" y="2697675"/>
          <a:ext cx="8824913" cy="7186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5F76E4-DE13-4CB7-BBE1-E57DA661D543}">
      <dsp:nvSpPr>
        <dsp:cNvPr id="0" name=""/>
        <dsp:cNvSpPr/>
      </dsp:nvSpPr>
      <dsp:spPr>
        <a:xfrm>
          <a:off x="217383" y="2857948"/>
          <a:ext cx="395243" cy="395243"/>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1482D0-E049-4155-BCBF-93626B78B50B}">
      <dsp:nvSpPr>
        <dsp:cNvPr id="0" name=""/>
        <dsp:cNvSpPr/>
      </dsp:nvSpPr>
      <dsp:spPr>
        <a:xfrm>
          <a:off x="830010" y="2696258"/>
          <a:ext cx="7994902" cy="7186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054" tIns="76054" rIns="76054" bIns="76054" numCol="1" spcCol="1270" anchor="ctr" anchorCtr="0">
          <a:noAutofit/>
        </a:bodyPr>
        <a:lstStyle/>
        <a:p>
          <a:pPr marL="0" lvl="0" indent="0" algn="l" defTabSz="666750">
            <a:lnSpc>
              <a:spcPct val="10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Companies will be benefitted by using this project .</a:t>
          </a:r>
        </a:p>
      </dsp:txBody>
      <dsp:txXfrm>
        <a:off x="830010" y="2696258"/>
        <a:ext cx="7994902" cy="71862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79C5A860-F335-4252-AA00-24FB67ED2982}" type="datetime1">
              <a:rPr lang="en-US" smtClean="0"/>
              <a:t>1/14/2025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776683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4BC802-30E3-4658-9CCA-F873646FEC67}"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429433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B227A3-19CE-4153-81CE-64EB7AB094B3}"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126380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19A100-10F6-477E-8847-29D479EF1C92}"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019786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F128AB-198A-495F-8475-FDB360C9873F}" type="datetime1">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278388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1A235E-F8FD-479F-9FC7-18BE84110877}" type="datetime1">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623377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90F09B-68DA-462E-9DB4-4C9ADAB8CBCC}" type="datetime1">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34498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AC4E36-FABE-47EB-AA7F-C19A93824617}"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710095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99CE6B-5DE6-4A2D-B72E-5E8969F9F56F}"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232789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81A142-DA77-4A5F-AD1F-14E6C18F0F5F}" type="datetime1">
              <a:rPr lang="en-US" smtClean="0"/>
              <a:t>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21826111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481A142-DA77-4A5F-AD1F-14E6C18F0F5F}" type="datetime1">
              <a:rPr lang="en-US" smtClean="0"/>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87533129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481A142-DA77-4A5F-AD1F-14E6C18F0F5F}" type="datetime1">
              <a:rPr lang="en-US" smtClean="0"/>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304498889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81A142-DA77-4A5F-AD1F-14E6C18F0F5F}" type="datetime1">
              <a:rPr lang="en-US" smtClean="0"/>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111630177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481A142-DA77-4A5F-AD1F-14E6C18F0F5F}" type="datetime1">
              <a:rPr lang="en-US" smtClean="0"/>
              <a:t>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28828749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481A142-DA77-4A5F-AD1F-14E6C18F0F5F}" type="datetime1">
              <a:rPr lang="en-US" smtClean="0"/>
              <a:t>1/14/2025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1F646F3F-274D-499B-ABBE-824EB4ABDC3D}" type="slidenum">
              <a:rPr lang="en-US" smtClean="0"/>
              <a:pPr/>
              <a:t>‹#›</a:t>
            </a:fld>
            <a:endParaRPr lang="en-US"/>
          </a:p>
        </p:txBody>
      </p:sp>
    </p:spTree>
    <p:extLst>
      <p:ext uri="{BB962C8B-B14F-4D97-AF65-F5344CB8AC3E}">
        <p14:creationId xmlns:p14="http://schemas.microsoft.com/office/powerpoint/2010/main" val="295221284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46AB1048-0047-48CA-88BA-D69B470942CF}"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7598657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5BD83879-648C-49A9-81A2-0EF5946532D0}"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071504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jpe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F481A142-DA77-4A5F-AD1F-14E6C18F0F5F}" type="datetime1">
              <a:rPr lang="en-US" smtClean="0"/>
              <a:t>1/14/2025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1F646F3F-274D-499B-ABBE-824EB4ABDC3D}" type="slidenum">
              <a:rPr lang="en-US" smtClean="0"/>
              <a:pPr/>
              <a:t>‹#›</a:t>
            </a:fld>
            <a:endParaRPr lang="en-US"/>
          </a:p>
        </p:txBody>
      </p:sp>
    </p:spTree>
    <p:extLst>
      <p:ext uri="{BB962C8B-B14F-4D97-AF65-F5344CB8AC3E}">
        <p14:creationId xmlns:p14="http://schemas.microsoft.com/office/powerpoint/2010/main" val="3973524384"/>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 id="2147483862" r:id="rId13"/>
    <p:sldLayoutId id="2147483863" r:id="rId14"/>
    <p:sldLayoutId id="2147483864" r:id="rId15"/>
    <p:sldLayoutId id="2147483865" r:id="rId16"/>
    <p:sldLayoutId id="2147483866"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image" Target="../media/image7.tmp"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image" Target="../media/image8.tmp"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image" Target="../media/image9.tmp"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image" Target="../media/image10.tmp" /><Relationship Id="rId1" Type="http://schemas.openxmlformats.org/officeDocument/2006/relationships/slideLayout" Target="../slideLayouts/slideLayout6.xml" /></Relationships>
</file>

<file path=ppt/slides/_rels/slide14.xml.rels><?xml version="1.0" encoding="UTF-8" standalone="yes"?>
<Relationships xmlns="http://schemas.openxmlformats.org/package/2006/relationships"><Relationship Id="rId2" Type="http://schemas.openxmlformats.org/officeDocument/2006/relationships/image" Target="../media/image11.tmp"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2" Type="http://schemas.openxmlformats.org/officeDocument/2006/relationships/image" Target="../media/image12.tmp"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13.tmp"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_rels/slide18.xml.rels><?xml version="1.0" encoding="UTF-8" standalone="yes"?>
<Relationships xmlns="http://schemas.openxmlformats.org/package/2006/relationships"><Relationship Id="rId2" Type="http://schemas.openxmlformats.org/officeDocument/2006/relationships/image" Target="../media/image14.tmp"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2" Type="http://schemas.openxmlformats.org/officeDocument/2006/relationships/image" Target="../media/image15.tmp"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2" Type="http://schemas.openxmlformats.org/officeDocument/2006/relationships/image" Target="../media/image16.tmp"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2" Type="http://schemas.openxmlformats.org/officeDocument/2006/relationships/image" Target="../media/image17.tmp"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2" Type="http://schemas.openxmlformats.org/officeDocument/2006/relationships/image" Target="../media/image18.tmp"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3.xml" /><Relationship Id="rId2" Type="http://schemas.openxmlformats.org/officeDocument/2006/relationships/diagramData" Target="../diagrams/data3.xml" /><Relationship Id="rId1" Type="http://schemas.openxmlformats.org/officeDocument/2006/relationships/slideLayout" Target="../slideLayouts/slideLayout2.xml" /><Relationship Id="rId6" Type="http://schemas.microsoft.com/office/2007/relationships/diagramDrawing" Target="../diagrams/drawing3.xml" /><Relationship Id="rId5" Type="http://schemas.openxmlformats.org/officeDocument/2006/relationships/diagramColors" Target="../diagrams/colors3.xml" /><Relationship Id="rId4" Type="http://schemas.openxmlformats.org/officeDocument/2006/relationships/diagramQuickStyle" Target="../diagrams/quickStyle3.xml" /></Relationships>
</file>

<file path=ppt/slides/_rels/slide24.xml.rels><?xml version="1.0" encoding="UTF-8" standalone="yes"?>
<Relationships xmlns="http://schemas.openxmlformats.org/package/2006/relationships"><Relationship Id="rId2" Type="http://schemas.openxmlformats.org/officeDocument/2006/relationships/image" Target="../media/image25.jpe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26.jpeg"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2" Type="http://schemas.openxmlformats.org/officeDocument/2006/relationships/image" Target="../media/image27.jpeg"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2" Type="http://schemas.openxmlformats.org/officeDocument/2006/relationships/image" Target="../media/image28.jpeg"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4.xml" /><Relationship Id="rId2" Type="http://schemas.openxmlformats.org/officeDocument/2006/relationships/diagramData" Target="../diagrams/data4.xml" /><Relationship Id="rId1" Type="http://schemas.openxmlformats.org/officeDocument/2006/relationships/slideLayout" Target="../slideLayouts/slideLayout2.xml" /><Relationship Id="rId6" Type="http://schemas.microsoft.com/office/2007/relationships/diagramDrawing" Target="../diagrams/drawing4.xml" /><Relationship Id="rId5" Type="http://schemas.openxmlformats.org/officeDocument/2006/relationships/diagramColors" Target="../diagrams/colors4.xml" /><Relationship Id="rId4" Type="http://schemas.openxmlformats.org/officeDocument/2006/relationships/diagramQuickStyle" Target="../diagrams/quickStyle4.xml" /></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5.xml" /><Relationship Id="rId2" Type="http://schemas.openxmlformats.org/officeDocument/2006/relationships/diagramData" Target="../diagrams/data5.xml" /><Relationship Id="rId1" Type="http://schemas.openxmlformats.org/officeDocument/2006/relationships/slideLayout" Target="../slideLayouts/slideLayout2.xml" /><Relationship Id="rId6" Type="http://schemas.microsoft.com/office/2007/relationships/diagramDrawing" Target="../diagrams/drawing5.xml" /><Relationship Id="rId5" Type="http://schemas.openxmlformats.org/officeDocument/2006/relationships/diagramColors" Target="../diagrams/colors5.xml" /><Relationship Id="rId4" Type="http://schemas.openxmlformats.org/officeDocument/2006/relationships/diagramQuickStyle" Target="../diagrams/quickStyle5.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image" Target="../media/image43.pn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2" name="Background Fill">
            <a:extLst>
              <a:ext uri="{FF2B5EF4-FFF2-40B4-BE49-F238E27FC236}">
                <a16:creationId xmlns:a16="http://schemas.microsoft.com/office/drawing/2014/main" id="{68CA250C-CF5A-4736-9249-D6111F7C55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032274B4-B001-4088-B01D-E6999509E2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04D2A2F-5675-6D13-42C8-8E89D31C4528}"/>
              </a:ext>
            </a:extLst>
          </p:cNvPr>
          <p:cNvSpPr>
            <a:spLocks noGrp="1"/>
          </p:cNvSpPr>
          <p:nvPr>
            <p:ph type="ctrTitle"/>
          </p:nvPr>
        </p:nvSpPr>
        <p:spPr>
          <a:xfrm>
            <a:off x="612648" y="1253220"/>
            <a:ext cx="3901736" cy="1395766"/>
          </a:xfrm>
        </p:spPr>
        <p:txBody>
          <a:bodyPr>
            <a:noAutofit/>
          </a:bodyPr>
          <a:lstStyle/>
          <a:p>
            <a:r>
              <a:rPr lang="en-US" sz="3600" b="1" dirty="0">
                <a:solidFill>
                  <a:schemeClr val="tx1"/>
                </a:solidFill>
                <a:latin typeface="Algerian" panose="04020705040A02060702" pitchFamily="82" charset="0"/>
                <a:cs typeface="Times New Roman" panose="02020603050405020304" pitchFamily="18" charset="0"/>
              </a:rPr>
              <a:t>RESUME CLASSIFICATION </a:t>
            </a:r>
            <a:endParaRPr lang="en-IN" sz="3600" b="1" dirty="0">
              <a:solidFill>
                <a:schemeClr val="tx1"/>
              </a:solidFill>
              <a:latin typeface="Algerian" panose="04020705040A02060702" pitchFamily="82" charset="0"/>
              <a:cs typeface="Times New Roman" panose="02020603050405020304" pitchFamily="18" charset="0"/>
            </a:endParaRPr>
          </a:p>
        </p:txBody>
      </p:sp>
      <p:sp>
        <p:nvSpPr>
          <p:cNvPr id="3" name="Subtitle 2">
            <a:extLst>
              <a:ext uri="{FF2B5EF4-FFF2-40B4-BE49-F238E27FC236}">
                <a16:creationId xmlns:a16="http://schemas.microsoft.com/office/drawing/2014/main" id="{C95952A2-5E22-7248-7EAD-3FF0166302F3}"/>
              </a:ext>
            </a:extLst>
          </p:cNvPr>
          <p:cNvSpPr>
            <a:spLocks noGrp="1"/>
          </p:cNvSpPr>
          <p:nvPr>
            <p:ph type="subTitle" idx="1"/>
          </p:nvPr>
        </p:nvSpPr>
        <p:spPr>
          <a:xfrm>
            <a:off x="612648" y="3902206"/>
            <a:ext cx="3901736" cy="2240529"/>
          </a:xfrm>
        </p:spPr>
        <p:txBody>
          <a:bodyPr>
            <a:noAutofit/>
          </a:bodyPr>
          <a:lstStyle/>
          <a:p>
            <a:r>
              <a:rPr lang="en-US" sz="2800" b="1" dirty="0">
                <a:solidFill>
                  <a:srgbClr val="C00000"/>
                </a:solidFill>
                <a:latin typeface="Times New Roman" panose="02020603050405020304" pitchFamily="18" charset="0"/>
                <a:cs typeface="Times New Roman" panose="02020603050405020304" pitchFamily="18" charset="0"/>
              </a:rPr>
              <a:t>RESUME CLASSIFICATION A NLP PROJECT</a:t>
            </a:r>
          </a:p>
          <a:p>
            <a:r>
              <a:rPr lang="en-US" sz="2800" b="1" dirty="0">
                <a:solidFill>
                  <a:srgbClr val="C00000"/>
                </a:solidFill>
                <a:latin typeface="Times New Roman" panose="02020603050405020304" pitchFamily="18" charset="0"/>
                <a:cs typeface="Times New Roman" panose="02020603050405020304" pitchFamily="18" charset="0"/>
              </a:rPr>
              <a:t>Group -5</a:t>
            </a:r>
            <a:endParaRPr lang="en-IN" sz="2800" b="1" dirty="0">
              <a:solidFill>
                <a:srgbClr val="C0000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3695" y="0"/>
            <a:ext cx="6675257" cy="6858000"/>
          </a:xfrm>
          <a:prstGeom prst="rect">
            <a:avLst/>
          </a:prstGeom>
        </p:spPr>
      </p:pic>
    </p:spTree>
    <p:extLst>
      <p:ext uri="{BB962C8B-B14F-4D97-AF65-F5344CB8AC3E}">
        <p14:creationId xmlns:p14="http://schemas.microsoft.com/office/powerpoint/2010/main" val="2171921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E6AAEB-9917-326E-AAC5-32E972A6764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Mentors				Group members</a:t>
            </a: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FE1E966-8CEF-2180-BB2B-9A4E157CA0E5}"/>
              </a:ext>
            </a:extLst>
          </p:cNvPr>
          <p:cNvSpPr>
            <a:spLocks noGrp="1"/>
          </p:cNvSpPr>
          <p:nvPr>
            <p:ph sz="half" idx="1"/>
          </p:nvPr>
        </p:nvSpPr>
        <p:spPr/>
        <p:txBody>
          <a:bodyPr>
            <a:normAutofit/>
          </a:bodyPr>
          <a:lstStyle/>
          <a:p>
            <a:r>
              <a:rPr lang="en-US" sz="4400" b="1" dirty="0" err="1">
                <a:solidFill>
                  <a:srgbClr val="C00000"/>
                </a:solidFill>
                <a:latin typeface="Times New Roman" panose="02020603050405020304" pitchFamily="18" charset="0"/>
                <a:cs typeface="Times New Roman" panose="02020603050405020304" pitchFamily="18" charset="0"/>
              </a:rPr>
              <a:t>Snehal</a:t>
            </a:r>
            <a:r>
              <a:rPr lang="en-US" sz="4400" b="1" dirty="0">
                <a:solidFill>
                  <a:srgbClr val="C00000"/>
                </a:solidFill>
                <a:latin typeface="Times New Roman" panose="02020603050405020304" pitchFamily="18" charset="0"/>
                <a:cs typeface="Times New Roman" panose="02020603050405020304" pitchFamily="18" charset="0"/>
              </a:rPr>
              <a:t> </a:t>
            </a:r>
            <a:r>
              <a:rPr lang="en-US" sz="4400" b="1" dirty="0" err="1">
                <a:solidFill>
                  <a:srgbClr val="C00000"/>
                </a:solidFill>
                <a:latin typeface="Times New Roman" panose="02020603050405020304" pitchFamily="18" charset="0"/>
                <a:cs typeface="Times New Roman" panose="02020603050405020304" pitchFamily="18" charset="0"/>
              </a:rPr>
              <a:t>Shinde</a:t>
            </a:r>
            <a:endParaRPr lang="en-US" sz="4400" b="1" dirty="0">
              <a:solidFill>
                <a:srgbClr val="C00000"/>
              </a:solidFill>
              <a:latin typeface="Times New Roman" panose="02020603050405020304" pitchFamily="18" charset="0"/>
              <a:cs typeface="Times New Roman" panose="02020603050405020304" pitchFamily="18" charset="0"/>
            </a:endParaRPr>
          </a:p>
          <a:p>
            <a:r>
              <a:rPr lang="en-IN" sz="4400" b="1" dirty="0">
                <a:solidFill>
                  <a:srgbClr val="C00000"/>
                </a:solidFill>
              </a:rPr>
              <a:t>B Harish</a:t>
            </a:r>
            <a:endParaRPr lang="en-IN" sz="4400" b="1" dirty="0">
              <a:solidFill>
                <a:srgbClr val="C00000"/>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A41E954C-F56B-B4BC-5394-4EF94A183EFC}"/>
              </a:ext>
            </a:extLst>
          </p:cNvPr>
          <p:cNvSpPr>
            <a:spLocks noGrp="1"/>
          </p:cNvSpPr>
          <p:nvPr>
            <p:ph sz="half" idx="2"/>
          </p:nvPr>
        </p:nvSpPr>
        <p:spPr/>
        <p:txBody>
          <a:bodyPr>
            <a:noAutofit/>
          </a:bodyPr>
          <a:lstStyle/>
          <a:p>
            <a:r>
              <a:rPr lang="en-IN" sz="2400" b="1" dirty="0" err="1">
                <a:solidFill>
                  <a:srgbClr val="C00000"/>
                </a:solidFill>
              </a:rPr>
              <a:t>Nimisha</a:t>
            </a:r>
            <a:r>
              <a:rPr lang="en-IN" sz="2400" b="1" dirty="0">
                <a:solidFill>
                  <a:srgbClr val="C00000"/>
                </a:solidFill>
              </a:rPr>
              <a:t> P J</a:t>
            </a:r>
          </a:p>
          <a:p>
            <a:r>
              <a:rPr lang="en-IN" sz="2400" b="1" dirty="0" err="1">
                <a:solidFill>
                  <a:srgbClr val="C00000"/>
                </a:solidFill>
              </a:rPr>
              <a:t>Lokesh</a:t>
            </a:r>
            <a:r>
              <a:rPr lang="en-IN" sz="2400" b="1" dirty="0">
                <a:solidFill>
                  <a:srgbClr val="C00000"/>
                </a:solidFill>
              </a:rPr>
              <a:t>  R</a:t>
            </a:r>
            <a:r>
              <a:rPr lang="en-US" sz="2400" b="1" dirty="0">
                <a:solidFill>
                  <a:srgbClr val="C00000"/>
                </a:solidFill>
                <a:latin typeface="Times New Roman" panose="02020603050405020304" pitchFamily="18" charset="0"/>
                <a:cs typeface="Times New Roman" panose="02020603050405020304" pitchFamily="18" charset="0"/>
              </a:rPr>
              <a:t> </a:t>
            </a:r>
          </a:p>
          <a:p>
            <a:r>
              <a:rPr lang="en-IN" sz="2400" b="1" dirty="0">
                <a:solidFill>
                  <a:srgbClr val="C00000"/>
                </a:solidFill>
              </a:rPr>
              <a:t>NAVEEN KUMAR B</a:t>
            </a:r>
          </a:p>
          <a:p>
            <a:r>
              <a:rPr lang="en-US" sz="2400" b="1" dirty="0">
                <a:solidFill>
                  <a:srgbClr val="C00000"/>
                </a:solidFill>
              </a:rPr>
              <a:t>VIRESH DWIVEDI</a:t>
            </a:r>
            <a:endParaRPr lang="en-IN" sz="2400" b="1" dirty="0">
              <a:solidFill>
                <a:srgbClr val="C00000"/>
              </a:solidFill>
            </a:endParaRPr>
          </a:p>
          <a:p>
            <a:r>
              <a:rPr lang="en-IN" sz="2400" b="1" dirty="0">
                <a:solidFill>
                  <a:srgbClr val="C00000"/>
                </a:solidFill>
              </a:rPr>
              <a:t>Mohan Kumar N.C</a:t>
            </a:r>
          </a:p>
          <a:p>
            <a:r>
              <a:rPr lang="en-IN" sz="2400" b="1" dirty="0" err="1">
                <a:solidFill>
                  <a:srgbClr val="C00000"/>
                </a:solidFill>
              </a:rPr>
              <a:t>Abhinav</a:t>
            </a:r>
            <a:r>
              <a:rPr lang="en-IN" sz="2400" b="1" dirty="0">
                <a:solidFill>
                  <a:srgbClr val="C00000"/>
                </a:solidFill>
              </a:rPr>
              <a:t>  </a:t>
            </a:r>
            <a:r>
              <a:rPr lang="en-IN" sz="2400" b="1" dirty="0" err="1">
                <a:solidFill>
                  <a:srgbClr val="C00000"/>
                </a:solidFill>
              </a:rPr>
              <a:t>Gundala</a:t>
            </a:r>
            <a:endParaRPr lang="en-IN" sz="24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9976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081" y="218222"/>
            <a:ext cx="11466196" cy="5500190"/>
          </a:xfrm>
          <a:prstGeom prst="rect">
            <a:avLst/>
          </a:prstGeom>
        </p:spPr>
      </p:pic>
    </p:spTree>
    <p:extLst>
      <p:ext uri="{BB962C8B-B14F-4D97-AF65-F5344CB8AC3E}">
        <p14:creationId xmlns:p14="http://schemas.microsoft.com/office/powerpoint/2010/main" val="219162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7104" y="614149"/>
            <a:ext cx="10058400" cy="5657850"/>
          </a:xfrm>
          <a:prstGeom prst="rect">
            <a:avLst/>
          </a:prstGeom>
        </p:spPr>
      </p:pic>
    </p:spTree>
    <p:extLst>
      <p:ext uri="{BB962C8B-B14F-4D97-AF65-F5344CB8AC3E}">
        <p14:creationId xmlns:p14="http://schemas.microsoft.com/office/powerpoint/2010/main" val="3917883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6ADA084-C86B-4F3C-8077-6A8999CC4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 name="Title 1">
            <a:extLst>
              <a:ext uri="{FF2B5EF4-FFF2-40B4-BE49-F238E27FC236}">
                <a16:creationId xmlns:a16="http://schemas.microsoft.com/office/drawing/2014/main" id="{DC958F43-A843-66DE-4DA4-EE0C4776ACF7}"/>
              </a:ext>
            </a:extLst>
          </p:cNvPr>
          <p:cNvSpPr>
            <a:spLocks noGrp="1"/>
          </p:cNvSpPr>
          <p:nvPr>
            <p:ph type="title"/>
          </p:nvPr>
        </p:nvSpPr>
        <p:spPr>
          <a:xfrm>
            <a:off x="609600" y="552782"/>
            <a:ext cx="5369169" cy="1591902"/>
          </a:xfrm>
        </p:spPr>
        <p:txBody>
          <a:bodyPr>
            <a:noAutofit/>
          </a:bodyPr>
          <a:lstStyle/>
          <a:p>
            <a:r>
              <a:rPr lang="en-IN" sz="4800" b="1" dirty="0">
                <a:solidFill>
                  <a:srgbClr val="FF0000"/>
                </a:solidFill>
                <a:latin typeface="Times New Roman" panose="02020603050405020304" pitchFamily="18" charset="0"/>
                <a:cs typeface="Times New Roman" panose="02020603050405020304" pitchFamily="18" charset="0"/>
              </a:rPr>
              <a:t>Business Objective</a:t>
            </a:r>
          </a:p>
        </p:txBody>
      </p:sp>
      <p:sp>
        <p:nvSpPr>
          <p:cNvPr id="3" name="Content Placeholder 2">
            <a:extLst>
              <a:ext uri="{FF2B5EF4-FFF2-40B4-BE49-F238E27FC236}">
                <a16:creationId xmlns:a16="http://schemas.microsoft.com/office/drawing/2014/main" id="{D61EB7F3-9450-4EC8-6A8C-2533D0E67E37}"/>
              </a:ext>
            </a:extLst>
          </p:cNvPr>
          <p:cNvSpPr>
            <a:spLocks noGrp="1"/>
          </p:cNvSpPr>
          <p:nvPr>
            <p:ph idx="1"/>
          </p:nvPr>
        </p:nvSpPr>
        <p:spPr>
          <a:xfrm>
            <a:off x="1" y="2351051"/>
            <a:ext cx="6237026" cy="3258179"/>
          </a:xfrm>
        </p:spPr>
        <p:txBody>
          <a:bodyPr anchor="t">
            <a:noAutofit/>
          </a:bodyPr>
          <a:lstStyle/>
          <a:p>
            <a:r>
              <a:rPr lang="en-US" b="1" dirty="0">
                <a:solidFill>
                  <a:srgbClr val="002060"/>
                </a:solidFill>
                <a:latin typeface="Calibri" panose="020F0502020204030204" pitchFamily="34" charset="0"/>
                <a:cs typeface="Calibri" panose="020F0502020204030204" pitchFamily="34" charset="0"/>
              </a:rPr>
              <a:t>Resume classification is an essential task in modern recruitment processes, enabling organizations to efficiently filter, categorize, and rank candidate resumes based on predefined criteria.</a:t>
            </a:r>
            <a:r>
              <a:rPr lang="en-US" b="1" dirty="0">
                <a:solidFill>
                  <a:srgbClr val="002060"/>
                </a:solidFill>
              </a:rPr>
              <a:t> The process begins by extracting key features from resumes, such as skills, work experience, education, and certifications, using text parsing and NLP methods. Machine learning models, including supervised learning algorithms like Support Vector Machines (SVM) and Random Forests, are then employed to classify resumes into relevant categories, such as job roles, experience levels, or skill requirements</a:t>
            </a:r>
            <a:endParaRPr lang="en-IN" b="1" dirty="0">
              <a:solidFill>
                <a:srgbClr val="002060"/>
              </a:solidFill>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027" y="276391"/>
            <a:ext cx="5871570" cy="6305218"/>
          </a:xfrm>
          <a:prstGeom prst="rect">
            <a:avLst/>
          </a:prstGeom>
        </p:spPr>
      </p:pic>
    </p:spTree>
    <p:extLst>
      <p:ext uri="{BB962C8B-B14F-4D97-AF65-F5344CB8AC3E}">
        <p14:creationId xmlns:p14="http://schemas.microsoft.com/office/powerpoint/2010/main" val="2782562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a:solidFill>
                  <a:schemeClr val="bg1"/>
                </a:solidFill>
                <a:latin typeface="Times New Roman" panose="02020603050405020304" pitchFamily="18" charset="0"/>
                <a:cs typeface="Times New Roman" panose="02020603050405020304" pitchFamily="18" charset="0"/>
              </a:rPr>
              <a:t>INTRODUCTION</a:t>
            </a:r>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10000"/>
          </a:bodyPr>
          <a:lstStyle/>
          <a:p>
            <a:r>
              <a:rPr lang="en-US" sz="2800" dirty="0">
                <a:solidFill>
                  <a:schemeClr val="tx1"/>
                </a:solidFill>
                <a:latin typeface="Calibri" panose="020F0502020204030204" pitchFamily="34" charset="0"/>
                <a:cs typeface="Calibri" panose="020F0502020204030204" pitchFamily="34" charset="0"/>
              </a:rPr>
              <a:t>Resume classification is a pivotal aspect of the recruitment process that involves automatically categorizing and sorting job applicants' resumes based on specific criteria such as skills, experience, job roles, and educational background. As organizations receive large volumes of resumes for job openings, manually reviewing each document becomes time-consuming and inefficient. To address this challenge, automated resume classification systems utilize various methods from machine learning (ML), natural language processing (NLP), and artificial intelligence (AI) to streamline the recruitment process.</a:t>
            </a:r>
            <a:endParaRPr lang="en-IN" sz="28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20931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A13B2A7-A44E-4940-9367-4788F2807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ADBF9A7D-DF04-4422-981B-76DFC72088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759370" y="0"/>
            <a:ext cx="2432630" cy="2848482"/>
          </a:xfrm>
          <a:custGeom>
            <a:avLst/>
            <a:gdLst>
              <a:gd name="connsiteX0" fmla="*/ 1193013 w 2432630"/>
              <a:gd name="connsiteY0" fmla="*/ 1609830 h 2848482"/>
              <a:gd name="connsiteX1" fmla="*/ 1452520 w 2432630"/>
              <a:gd name="connsiteY1" fmla="*/ 1771993 h 2848482"/>
              <a:gd name="connsiteX2" fmla="*/ 1333256 w 2432630"/>
              <a:gd name="connsiteY2" fmla="*/ 2217094 h 2848482"/>
              <a:gd name="connsiteX3" fmla="*/ 888154 w 2432630"/>
              <a:gd name="connsiteY3" fmla="*/ 2097829 h 2848482"/>
              <a:gd name="connsiteX4" fmla="*/ 1007419 w 2432630"/>
              <a:gd name="connsiteY4" fmla="*/ 1652728 h 2848482"/>
              <a:gd name="connsiteX5" fmla="*/ 1193013 w 2432630"/>
              <a:gd name="connsiteY5" fmla="*/ 1609830 h 2848482"/>
              <a:gd name="connsiteX6" fmla="*/ 1721013 w 2432630"/>
              <a:gd name="connsiteY6" fmla="*/ 1345937 h 2848482"/>
              <a:gd name="connsiteX7" fmla="*/ 1880524 w 2432630"/>
              <a:gd name="connsiteY7" fmla="*/ 1425334 h 2848482"/>
              <a:gd name="connsiteX8" fmla="*/ 1821528 w 2432630"/>
              <a:gd name="connsiteY8" fmla="*/ 1645511 h 2848482"/>
              <a:gd name="connsiteX9" fmla="*/ 1601350 w 2432630"/>
              <a:gd name="connsiteY9" fmla="*/ 1586514 h 2848482"/>
              <a:gd name="connsiteX10" fmla="*/ 1660347 w 2432630"/>
              <a:gd name="connsiteY10" fmla="*/ 1366337 h 2848482"/>
              <a:gd name="connsiteX11" fmla="*/ 1721013 w 2432630"/>
              <a:gd name="connsiteY11" fmla="*/ 1345937 h 2848482"/>
              <a:gd name="connsiteX12" fmla="*/ 0 w 2432630"/>
              <a:gd name="connsiteY12" fmla="*/ 0 h 2848482"/>
              <a:gd name="connsiteX13" fmla="*/ 2420476 w 2432630"/>
              <a:gd name="connsiteY13" fmla="*/ 0 h 2848482"/>
              <a:gd name="connsiteX14" fmla="*/ 2431096 w 2432630"/>
              <a:gd name="connsiteY14" fmla="*/ 94052 h 2848482"/>
              <a:gd name="connsiteX15" fmla="*/ 2426545 w 2432630"/>
              <a:gd name="connsiteY15" fmla="*/ 261706 h 2848482"/>
              <a:gd name="connsiteX16" fmla="*/ 1347411 w 2432630"/>
              <a:gd name="connsiteY16" fmla="*/ 1289202 h 2848482"/>
              <a:gd name="connsiteX17" fmla="*/ 678423 w 2432630"/>
              <a:gd name="connsiteY17" fmla="*/ 1606118 h 2848482"/>
              <a:gd name="connsiteX18" fmla="*/ 284014 w 2432630"/>
              <a:gd name="connsiteY18" fmla="*/ 2398976 h 2848482"/>
              <a:gd name="connsiteX19" fmla="*/ 97407 w 2432630"/>
              <a:gd name="connsiteY19" fmla="*/ 2742323 h 2848482"/>
              <a:gd name="connsiteX20" fmla="*/ 0 w 2432630"/>
              <a:gd name="connsiteY20" fmla="*/ 2848482 h 2848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32630" h="2848482">
                <a:moveTo>
                  <a:pt x="1193013" y="1609830"/>
                </a:moveTo>
                <a:cubicBezTo>
                  <a:pt x="1297352" y="1617205"/>
                  <a:pt x="1396284" y="1674588"/>
                  <a:pt x="1452520" y="1771993"/>
                </a:cubicBezTo>
                <a:cubicBezTo>
                  <a:pt x="1542498" y="1927838"/>
                  <a:pt x="1489101" y="2127117"/>
                  <a:pt x="1333256" y="2217094"/>
                </a:cubicBezTo>
                <a:cubicBezTo>
                  <a:pt x="1177410" y="2307071"/>
                  <a:pt x="978131" y="2253675"/>
                  <a:pt x="888154" y="2097829"/>
                </a:cubicBezTo>
                <a:cubicBezTo>
                  <a:pt x="798176" y="1941984"/>
                  <a:pt x="851572" y="1742705"/>
                  <a:pt x="1007419" y="1652728"/>
                </a:cubicBezTo>
                <a:cubicBezTo>
                  <a:pt x="1065861" y="1618986"/>
                  <a:pt x="1130410" y="1605406"/>
                  <a:pt x="1193013" y="1609830"/>
                </a:cubicBezTo>
                <a:close/>
                <a:moveTo>
                  <a:pt x="1721013" y="1345937"/>
                </a:moveTo>
                <a:cubicBezTo>
                  <a:pt x="1783347" y="1338202"/>
                  <a:pt x="1847142" y="1367515"/>
                  <a:pt x="1880524" y="1425334"/>
                </a:cubicBezTo>
                <a:cubicBezTo>
                  <a:pt x="1925033" y="1502425"/>
                  <a:pt x="1898619" y="1601002"/>
                  <a:pt x="1821528" y="1645511"/>
                </a:cubicBezTo>
                <a:cubicBezTo>
                  <a:pt x="1744436" y="1690020"/>
                  <a:pt x="1645859" y="1663606"/>
                  <a:pt x="1601350" y="1586514"/>
                </a:cubicBezTo>
                <a:cubicBezTo>
                  <a:pt x="1556841" y="1509423"/>
                  <a:pt x="1583254" y="1410846"/>
                  <a:pt x="1660347" y="1366337"/>
                </a:cubicBezTo>
                <a:cubicBezTo>
                  <a:pt x="1679620" y="1355210"/>
                  <a:pt x="1700235" y="1348515"/>
                  <a:pt x="1721013" y="1345937"/>
                </a:cubicBezTo>
                <a:close/>
                <a:moveTo>
                  <a:pt x="0" y="0"/>
                </a:moveTo>
                <a:lnTo>
                  <a:pt x="2420476" y="0"/>
                </a:lnTo>
                <a:lnTo>
                  <a:pt x="2431096" y="94052"/>
                </a:lnTo>
                <a:cubicBezTo>
                  <a:pt x="2434004" y="150699"/>
                  <a:pt x="2432933" y="206775"/>
                  <a:pt x="2426545" y="261706"/>
                </a:cubicBezTo>
                <a:cubicBezTo>
                  <a:pt x="2360669" y="828256"/>
                  <a:pt x="1972176" y="1172577"/>
                  <a:pt x="1347411" y="1289202"/>
                </a:cubicBezTo>
                <a:cubicBezTo>
                  <a:pt x="1096744" y="1336043"/>
                  <a:pt x="825156" y="1376752"/>
                  <a:pt x="678423" y="1606118"/>
                </a:cubicBezTo>
                <a:cubicBezTo>
                  <a:pt x="520257" y="1853673"/>
                  <a:pt x="394149" y="2125038"/>
                  <a:pt x="284014" y="2398976"/>
                </a:cubicBezTo>
                <a:cubicBezTo>
                  <a:pt x="233465" y="2524954"/>
                  <a:pt x="173906" y="2641107"/>
                  <a:pt x="97407" y="2742323"/>
                </a:cubicBezTo>
                <a:lnTo>
                  <a:pt x="0" y="284848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3C8F36A-F5AF-8F4C-11B0-E585105AA8D9}"/>
              </a:ext>
            </a:extLst>
          </p:cNvPr>
          <p:cNvSpPr>
            <a:spLocks noGrp="1"/>
          </p:cNvSpPr>
          <p:nvPr>
            <p:ph type="title"/>
          </p:nvPr>
        </p:nvSpPr>
        <p:spPr/>
        <p:txBody>
          <a:bodyPr>
            <a:noAutofit/>
          </a:bodyPr>
          <a:lstStyle/>
          <a:p>
            <a:r>
              <a:rPr lang="en-US" sz="7200" b="1" dirty="0">
                <a:solidFill>
                  <a:srgbClr val="FF0000"/>
                </a:solidFill>
                <a:latin typeface="Times New Roman" panose="02020603050405020304" pitchFamily="18" charset="0"/>
                <a:cs typeface="Times New Roman" panose="02020603050405020304" pitchFamily="18" charset="0"/>
              </a:rPr>
              <a:t>Timeline</a:t>
            </a:r>
            <a:endParaRPr lang="en-IN" sz="72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1726057A-88BA-7921-FCDC-695B894F7B66}"/>
              </a:ext>
            </a:extLst>
          </p:cNvPr>
          <p:cNvGraphicFramePr>
            <a:graphicFrameLocks noGrp="1"/>
          </p:cNvGraphicFramePr>
          <p:nvPr>
            <p:ph idx="1"/>
            <p:extLst>
              <p:ext uri="{D42A27DB-BD31-4B8C-83A1-F6EECF244321}">
                <p14:modId xmlns:p14="http://schemas.microsoft.com/office/powerpoint/2010/main" val="2578009548"/>
              </p:ext>
            </p:extLst>
          </p:nvPr>
        </p:nvGraphicFramePr>
        <p:xfrm>
          <a:off x="1155700" y="2603500"/>
          <a:ext cx="8824913"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5975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50"/>
                </a:solidFill>
              </a:rPr>
              <a:t>STEPS PERFORMED</a:t>
            </a:r>
            <a:endParaRPr lang="en-IN" b="1" dirty="0">
              <a:solidFill>
                <a:srgbClr val="00B050"/>
              </a:solidFill>
            </a:endParaRPr>
          </a:p>
        </p:txBody>
      </p:sp>
      <p:sp>
        <p:nvSpPr>
          <p:cNvPr id="4" name="Rectangle 1"/>
          <p:cNvSpPr>
            <a:spLocks noGrp="1" noChangeArrowheads="1"/>
          </p:cNvSpPr>
          <p:nvPr>
            <p:ph idx="1"/>
          </p:nvPr>
        </p:nvSpPr>
        <p:spPr bwMode="auto">
          <a:xfrm>
            <a:off x="1097280" y="2287757"/>
            <a:ext cx="777488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92D050"/>
                </a:solidFill>
                <a:effectLst/>
                <a:latin typeface="Arial" panose="020B0604020202020204" pitchFamily="34" charset="0"/>
              </a:rPr>
              <a:t>Data collection and preparation.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92D050"/>
                </a:solidFill>
                <a:effectLst/>
                <a:latin typeface="Arial" panose="020B0604020202020204" pitchFamily="34" charset="0"/>
              </a:rPr>
              <a:t>Text extraction and content parsing.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92D050"/>
                </a:solidFill>
                <a:effectLst/>
                <a:latin typeface="Arial" panose="020B0604020202020204" pitchFamily="34" charset="0"/>
              </a:rPr>
              <a:t>Feature extraction Data representation Model training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92D050"/>
                </a:solidFill>
                <a:effectLst/>
                <a:latin typeface="Arial" panose="020B0604020202020204" pitchFamily="34" charset="0"/>
              </a:rPr>
              <a:t>Model evaluation (using metrics like accuracy, recall).</a:t>
            </a:r>
          </a:p>
          <a:p>
            <a:pPr marL="0" indent="0" eaLnBrk="0" fontAlgn="base" hangingPunct="0">
              <a:lnSpc>
                <a:spcPct val="100000"/>
              </a:lnSpc>
              <a:spcBef>
                <a:spcPct val="0"/>
              </a:spcBef>
              <a:spcAft>
                <a:spcPct val="0"/>
              </a:spcAft>
              <a:buClrTx/>
              <a:buSzTx/>
              <a:buFontTx/>
              <a:buChar char="•"/>
            </a:pPr>
            <a:r>
              <a:rPr lang="en-US" b="1" dirty="0">
                <a:solidFill>
                  <a:srgbClr val="92D050"/>
                </a:solidFill>
                <a:latin typeface="Arial" panose="020B0604020202020204" pitchFamily="34" charset="0"/>
              </a:rPr>
              <a:t>Post-processing (shortlisting and ranking candidates).</a:t>
            </a:r>
          </a:p>
          <a:p>
            <a:pPr marL="0" lvl="0" indent="0" eaLnBrk="0" fontAlgn="base" hangingPunct="0">
              <a:lnSpc>
                <a:spcPct val="100000"/>
              </a:lnSpc>
              <a:spcBef>
                <a:spcPct val="0"/>
              </a:spcBef>
              <a:spcAft>
                <a:spcPct val="0"/>
              </a:spcAft>
              <a:buClrTx/>
              <a:buSzTx/>
              <a:buFontTx/>
              <a:buChar char="•"/>
            </a:pPr>
            <a:r>
              <a:rPr lang="en-US" b="1" dirty="0">
                <a:solidFill>
                  <a:srgbClr val="92D050"/>
                </a:solidFill>
                <a:latin typeface="Arial" panose="020B0604020202020204" pitchFamily="34" charset="0"/>
              </a:rPr>
              <a:t>Text preprocessing</a:t>
            </a:r>
            <a:endParaRPr kumimoji="0" lang="en-US" b="1" i="0" u="none" strike="noStrike" cap="none" normalizeH="0" baseline="0" dirty="0">
              <a:ln>
                <a:noFill/>
              </a:ln>
              <a:solidFill>
                <a:srgbClr val="92D05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92D050"/>
                </a:solidFill>
                <a:effectLst/>
                <a:latin typeface="Arial" panose="020B0604020202020204" pitchFamily="34" charset="0"/>
              </a:rPr>
              <a:t>Resume classification (applying the trained model to classify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rgbClr val="92D050"/>
                </a:solidFill>
                <a:effectLst/>
                <a:latin typeface="Arial" panose="020B0604020202020204" pitchFamily="34" charset="0"/>
              </a:rPr>
              <a:t>Continuous improvement</a:t>
            </a:r>
          </a:p>
          <a:p>
            <a:pPr marL="0" lvl="0" indent="0" eaLnBrk="0" fontAlgn="base" hangingPunct="0">
              <a:lnSpc>
                <a:spcPct val="100000"/>
              </a:lnSpc>
              <a:spcBef>
                <a:spcPct val="0"/>
              </a:spcBef>
              <a:spcAft>
                <a:spcPct val="0"/>
              </a:spcAft>
              <a:buClrTx/>
              <a:buSzTx/>
              <a:buFontTx/>
              <a:buChar char="•"/>
            </a:pPr>
            <a:r>
              <a:rPr lang="en-US" b="1" dirty="0">
                <a:solidFill>
                  <a:srgbClr val="92D050"/>
                </a:solidFill>
                <a:latin typeface="Arial" panose="020B0604020202020204" pitchFamily="34" charset="0"/>
              </a:rPr>
              <a:t>Deployment</a:t>
            </a:r>
            <a:endParaRPr kumimoji="0" lang="en-US" b="1" i="0" u="none" strike="noStrike" cap="none" normalizeH="0" baseline="0" dirty="0">
              <a:ln>
                <a:noFill/>
              </a:ln>
              <a:solidFill>
                <a:srgbClr val="92D050"/>
              </a:solidFill>
              <a:effectLst/>
              <a:latin typeface="Arial" panose="020B0604020202020204" pitchFamily="34" charset="0"/>
            </a:endParaRPr>
          </a:p>
        </p:txBody>
      </p:sp>
    </p:spTree>
    <p:extLst>
      <p:ext uri="{BB962C8B-B14F-4D97-AF65-F5344CB8AC3E}">
        <p14:creationId xmlns:p14="http://schemas.microsoft.com/office/powerpoint/2010/main" val="3394952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3885" t="4449" r="7439"/>
          <a:stretch/>
        </p:blipFill>
        <p:spPr>
          <a:xfrm>
            <a:off x="887105" y="1610435"/>
            <a:ext cx="10331356" cy="4587689"/>
          </a:xfrm>
          <a:prstGeom prst="rect">
            <a:avLst/>
          </a:prstGeom>
        </p:spPr>
      </p:pic>
      <p:sp>
        <p:nvSpPr>
          <p:cNvPr id="3" name="Oval 2"/>
          <p:cNvSpPr/>
          <p:nvPr/>
        </p:nvSpPr>
        <p:spPr>
          <a:xfrm>
            <a:off x="2811439" y="259307"/>
            <a:ext cx="5827594" cy="13511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lumMod val="95000"/>
                    <a:lumOff val="5000"/>
                  </a:schemeClr>
                </a:solidFill>
              </a:rPr>
              <a:t>IMPORTING NECESSARY LIBRARIES</a:t>
            </a:r>
            <a:endParaRPr lang="en-IN" sz="2400" dirty="0">
              <a:solidFill>
                <a:schemeClr val="tx1">
                  <a:lumMod val="95000"/>
                  <a:lumOff val="5000"/>
                </a:schemeClr>
              </a:solidFill>
            </a:endParaRPr>
          </a:p>
        </p:txBody>
      </p:sp>
    </p:spTree>
    <p:extLst>
      <p:ext uri="{BB962C8B-B14F-4D97-AF65-F5344CB8AC3E}">
        <p14:creationId xmlns:p14="http://schemas.microsoft.com/office/powerpoint/2010/main" val="4184881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4388" y="272955"/>
            <a:ext cx="8583223" cy="5651943"/>
          </a:xfrm>
          <a:prstGeom prst="rect">
            <a:avLst/>
          </a:prstGeom>
        </p:spPr>
      </p:pic>
    </p:spTree>
    <p:extLst>
      <p:ext uri="{BB962C8B-B14F-4D97-AF65-F5344CB8AC3E}">
        <p14:creationId xmlns:p14="http://schemas.microsoft.com/office/powerpoint/2010/main" val="3653555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Clipping"/>
          <p:cNvPicPr>
            <a:picLocks noChangeAspect="1"/>
          </p:cNvPicPr>
          <p:nvPr/>
        </p:nvPicPr>
        <p:blipFill rotWithShape="1">
          <a:blip r:embed="rId2">
            <a:extLst>
              <a:ext uri="{28A0092B-C50C-407E-A947-70E740481C1C}">
                <a14:useLocalDpi xmlns:a14="http://schemas.microsoft.com/office/drawing/2010/main" val="0"/>
              </a:ext>
            </a:extLst>
          </a:blip>
          <a:srcRect l="4052" t="6791"/>
          <a:stretch/>
        </p:blipFill>
        <p:spPr>
          <a:xfrm>
            <a:off x="1255594" y="504967"/>
            <a:ext cx="9423682" cy="5247743"/>
          </a:xfrm>
          <a:prstGeom prst="rect">
            <a:avLst/>
          </a:prstGeom>
        </p:spPr>
      </p:pic>
    </p:spTree>
    <p:extLst>
      <p:ext uri="{BB962C8B-B14F-4D97-AF65-F5344CB8AC3E}">
        <p14:creationId xmlns:p14="http://schemas.microsoft.com/office/powerpoint/2010/main" val="495986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549" y="538872"/>
            <a:ext cx="9870024" cy="5643563"/>
          </a:xfrm>
          <a:prstGeom prst="rect">
            <a:avLst/>
          </a:prstGeom>
        </p:spPr>
      </p:pic>
    </p:spTree>
    <p:extLst>
      <p:ext uri="{BB962C8B-B14F-4D97-AF65-F5344CB8AC3E}">
        <p14:creationId xmlns:p14="http://schemas.microsoft.com/office/powerpoint/2010/main" val="994053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solidFill>
                  <a:srgbClr val="FF0000"/>
                </a:solidFill>
              </a:rPr>
              <a:t>VISUALIZATION</a:t>
            </a:r>
            <a:endParaRPr lang="en-IN" b="1" dirty="0">
              <a:solidFill>
                <a:srgbClr val="FF0000"/>
              </a:solidFill>
            </a:endParaRPr>
          </a:p>
        </p:txBody>
      </p:sp>
      <p:pic>
        <p:nvPicPr>
          <p:cNvPr id="4" name="Picture 3" descr="Screen Clipping"/>
          <p:cNvPicPr>
            <a:picLocks noChangeAspect="1"/>
          </p:cNvPicPr>
          <p:nvPr/>
        </p:nvPicPr>
        <p:blipFill rotWithShape="1">
          <a:blip r:embed="rId2">
            <a:extLst>
              <a:ext uri="{28A0092B-C50C-407E-A947-70E740481C1C}">
                <a14:useLocalDpi xmlns:a14="http://schemas.microsoft.com/office/drawing/2010/main" val="0"/>
              </a:ext>
            </a:extLst>
          </a:blip>
          <a:srcRect l="312" t="4446" r="-312" b="297"/>
          <a:stretch/>
        </p:blipFill>
        <p:spPr>
          <a:xfrm>
            <a:off x="1753895" y="1965278"/>
            <a:ext cx="8745170" cy="4384651"/>
          </a:xfrm>
          <a:prstGeom prst="rect">
            <a:avLst/>
          </a:prstGeom>
        </p:spPr>
      </p:pic>
    </p:spTree>
    <p:extLst>
      <p:ext uri="{BB962C8B-B14F-4D97-AF65-F5344CB8AC3E}">
        <p14:creationId xmlns:p14="http://schemas.microsoft.com/office/powerpoint/2010/main" val="1089305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rotWithShape="1">
          <a:blip r:embed="rId2">
            <a:extLst>
              <a:ext uri="{28A0092B-C50C-407E-A947-70E740481C1C}">
                <a14:useLocalDpi xmlns:a14="http://schemas.microsoft.com/office/drawing/2010/main" val="0"/>
              </a:ext>
            </a:extLst>
          </a:blip>
          <a:srcRect t="12587"/>
          <a:stretch/>
        </p:blipFill>
        <p:spPr>
          <a:xfrm>
            <a:off x="927589" y="696036"/>
            <a:ext cx="10222632" cy="5117911"/>
          </a:xfrm>
          <a:prstGeom prst="rect">
            <a:avLst/>
          </a:prstGeom>
        </p:spPr>
      </p:pic>
    </p:spTree>
    <p:extLst>
      <p:ext uri="{BB962C8B-B14F-4D97-AF65-F5344CB8AC3E}">
        <p14:creationId xmlns:p14="http://schemas.microsoft.com/office/powerpoint/2010/main" val="1135581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B03D0-6C60-F455-62D5-5A340BC9C01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FEATURE EXTRACTION</a:t>
            </a:r>
            <a:endParaRPr lang="en-IN" b="1" dirty="0">
              <a:latin typeface="Times New Roman" panose="02020603050405020304" pitchFamily="18" charset="0"/>
              <a:cs typeface="Times New Roman" panose="02020603050405020304" pitchFamily="18" charset="0"/>
            </a:endParaRPr>
          </a:p>
        </p:txBody>
      </p:sp>
      <p:pic>
        <p:nvPicPr>
          <p:cNvPr id="4" name="Content Placeholder 3" descr="Screen Clipping"/>
          <p:cNvPicPr>
            <a:picLocks noGrp="1" noChangeAspect="1"/>
          </p:cNvPicPr>
          <p:nvPr>
            <p:ph idx="1"/>
          </p:nvPr>
        </p:nvPicPr>
        <p:blipFill rotWithShape="1">
          <a:blip r:embed="rId2">
            <a:extLst>
              <a:ext uri="{28A0092B-C50C-407E-A947-70E740481C1C}">
                <a14:useLocalDpi xmlns:a14="http://schemas.microsoft.com/office/drawing/2010/main" val="0"/>
              </a:ext>
            </a:extLst>
          </a:blip>
          <a:srcRect l="3145" t="2280"/>
          <a:stretch/>
        </p:blipFill>
        <p:spPr>
          <a:xfrm>
            <a:off x="2238233" y="1897039"/>
            <a:ext cx="6993005" cy="3931006"/>
          </a:xfrm>
        </p:spPr>
      </p:pic>
    </p:spTree>
    <p:extLst>
      <p:ext uri="{BB962C8B-B14F-4D97-AF65-F5344CB8AC3E}">
        <p14:creationId xmlns:p14="http://schemas.microsoft.com/office/powerpoint/2010/main" val="473000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 Clipping"/>
          <p:cNvPicPr>
            <a:picLocks noChangeAspect="1"/>
          </p:cNvPicPr>
          <p:nvPr/>
        </p:nvPicPr>
        <p:blipFill rotWithShape="1">
          <a:blip r:embed="rId2">
            <a:extLst>
              <a:ext uri="{28A0092B-C50C-407E-A947-70E740481C1C}">
                <a14:useLocalDpi xmlns:a14="http://schemas.microsoft.com/office/drawing/2010/main" val="0"/>
              </a:ext>
            </a:extLst>
          </a:blip>
          <a:srcRect l="4834" t="8054" r="10528"/>
          <a:stretch/>
        </p:blipFill>
        <p:spPr>
          <a:xfrm>
            <a:off x="2565779" y="941695"/>
            <a:ext cx="5950424" cy="4554717"/>
          </a:xfrm>
          <a:prstGeom prst="rect">
            <a:avLst/>
          </a:prstGeom>
        </p:spPr>
      </p:pic>
    </p:spTree>
    <p:extLst>
      <p:ext uri="{BB962C8B-B14F-4D97-AF65-F5344CB8AC3E}">
        <p14:creationId xmlns:p14="http://schemas.microsoft.com/office/powerpoint/2010/main" val="2039914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D9E6557-0E93-4B4F-8AD1-1A7E3870CD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06B84358-2894-45F1-8753-B1EC1E593D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8517" y="-2"/>
            <a:ext cx="7742945" cy="6858001"/>
          </a:xfrm>
          <a:custGeom>
            <a:avLst/>
            <a:gdLst>
              <a:gd name="connsiteX0" fmla="*/ 615190 w 7742945"/>
              <a:gd name="connsiteY0" fmla="*/ 3536636 h 6858001"/>
              <a:gd name="connsiteX1" fmla="*/ 1124778 w 7742945"/>
              <a:gd name="connsiteY1" fmla="*/ 4046224 h 6858001"/>
              <a:gd name="connsiteX2" fmla="*/ 615190 w 7742945"/>
              <a:gd name="connsiteY2" fmla="*/ 4555812 h 6858001"/>
              <a:gd name="connsiteX3" fmla="*/ 105602 w 7742945"/>
              <a:gd name="connsiteY3" fmla="*/ 4046224 h 6858001"/>
              <a:gd name="connsiteX4" fmla="*/ 615190 w 7742945"/>
              <a:gd name="connsiteY4" fmla="*/ 3536636 h 6858001"/>
              <a:gd name="connsiteX5" fmla="*/ 14543 w 7742945"/>
              <a:gd name="connsiteY5" fmla="*/ 1 h 6858001"/>
              <a:gd name="connsiteX6" fmla="*/ 879351 w 7742945"/>
              <a:gd name="connsiteY6" fmla="*/ 1 h 6858001"/>
              <a:gd name="connsiteX7" fmla="*/ 892053 w 7742945"/>
              <a:gd name="connsiteY7" fmla="*/ 78053 h 6858001"/>
              <a:gd name="connsiteX8" fmla="*/ 561940 w 7742945"/>
              <a:gd name="connsiteY8" fmla="*/ 535444 h 6858001"/>
              <a:gd name="connsiteX9" fmla="*/ 15319 w 7742945"/>
              <a:gd name="connsiteY9" fmla="*/ 219853 h 6858001"/>
              <a:gd name="connsiteX10" fmla="*/ 4234 w 7742945"/>
              <a:gd name="connsiteY10" fmla="*/ 42970 h 6858001"/>
              <a:gd name="connsiteX11" fmla="*/ 2617781 w 7742945"/>
              <a:gd name="connsiteY11" fmla="*/ 0 h 6858001"/>
              <a:gd name="connsiteX12" fmla="*/ 7742945 w 7742945"/>
              <a:gd name="connsiteY12" fmla="*/ 0 h 6858001"/>
              <a:gd name="connsiteX13" fmla="*/ 7742945 w 7742945"/>
              <a:gd name="connsiteY13" fmla="*/ 6858000 h 6858001"/>
              <a:gd name="connsiteX14" fmla="*/ 5726653 w 7742945"/>
              <a:gd name="connsiteY14" fmla="*/ 6858000 h 6858001"/>
              <a:gd name="connsiteX15" fmla="*/ 5726653 w 7742945"/>
              <a:gd name="connsiteY15" fmla="*/ 6858001 h 6858001"/>
              <a:gd name="connsiteX16" fmla="*/ 311757 w 7742945"/>
              <a:gd name="connsiteY16" fmla="*/ 6858001 h 6858001"/>
              <a:gd name="connsiteX17" fmla="*/ 314130 w 7742945"/>
              <a:gd name="connsiteY17" fmla="*/ 6707671 h 6858001"/>
              <a:gd name="connsiteX18" fmla="*/ 599702 w 7742945"/>
              <a:gd name="connsiteY18" fmla="*/ 5670859 h 6858001"/>
              <a:gd name="connsiteX19" fmla="*/ 1211433 w 7742945"/>
              <a:gd name="connsiteY19" fmla="*/ 4641256 h 6858001"/>
              <a:gd name="connsiteX20" fmla="*/ 1053041 w 7742945"/>
              <a:gd name="connsiteY20" fmla="*/ 3164270 h 6858001"/>
              <a:gd name="connsiteX21" fmla="*/ 607048 w 7742945"/>
              <a:gd name="connsiteY21" fmla="*/ 2589406 h 6858001"/>
              <a:gd name="connsiteX22" fmla="*/ 1054915 w 7742945"/>
              <a:gd name="connsiteY22" fmla="*/ 1068100 h 6858001"/>
              <a:gd name="connsiteX23" fmla="*/ 1502877 w 7742945"/>
              <a:gd name="connsiteY23" fmla="*/ 419996 h 6858001"/>
              <a:gd name="connsiteX24" fmla="*/ 1505904 w 7742945"/>
              <a:gd name="connsiteY24" fmla="*/ 184997 h 6858001"/>
              <a:gd name="connsiteX25" fmla="*/ 1497780 w 7742945"/>
              <a:gd name="connsiteY25" fmla="*/ 1 h 6858001"/>
              <a:gd name="connsiteX26" fmla="*/ 2617781 w 7742945"/>
              <a:gd name="connsiteY26"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742945" h="6858001">
                <a:moveTo>
                  <a:pt x="615190" y="3536636"/>
                </a:moveTo>
                <a:cubicBezTo>
                  <a:pt x="896628" y="3536636"/>
                  <a:pt x="1124778" y="3764786"/>
                  <a:pt x="1124778" y="4046224"/>
                </a:cubicBezTo>
                <a:cubicBezTo>
                  <a:pt x="1124778" y="4327662"/>
                  <a:pt x="896628" y="4555812"/>
                  <a:pt x="615190" y="4555812"/>
                </a:cubicBezTo>
                <a:cubicBezTo>
                  <a:pt x="333752" y="4555812"/>
                  <a:pt x="105602" y="4327662"/>
                  <a:pt x="105602" y="4046224"/>
                </a:cubicBezTo>
                <a:cubicBezTo>
                  <a:pt x="105602" y="3764786"/>
                  <a:pt x="333752" y="3536636"/>
                  <a:pt x="615190" y="3536636"/>
                </a:cubicBezTo>
                <a:close/>
                <a:moveTo>
                  <a:pt x="14543" y="1"/>
                </a:moveTo>
                <a:lnTo>
                  <a:pt x="879351" y="1"/>
                </a:lnTo>
                <a:lnTo>
                  <a:pt x="892053" y="78053"/>
                </a:lnTo>
                <a:cubicBezTo>
                  <a:pt x="904492" y="285272"/>
                  <a:pt x="770271" y="479622"/>
                  <a:pt x="561940" y="535444"/>
                </a:cubicBezTo>
                <a:cubicBezTo>
                  <a:pt x="323846" y="599241"/>
                  <a:pt x="79116" y="457946"/>
                  <a:pt x="15319" y="219853"/>
                </a:cubicBezTo>
                <a:cubicBezTo>
                  <a:pt x="-631" y="160330"/>
                  <a:pt x="-3762" y="100392"/>
                  <a:pt x="4234" y="42970"/>
                </a:cubicBezTo>
                <a:close/>
                <a:moveTo>
                  <a:pt x="2617781" y="0"/>
                </a:moveTo>
                <a:lnTo>
                  <a:pt x="7742945" y="0"/>
                </a:lnTo>
                <a:lnTo>
                  <a:pt x="7742945" y="6858000"/>
                </a:lnTo>
                <a:lnTo>
                  <a:pt x="5726653" y="6858000"/>
                </a:lnTo>
                <a:lnTo>
                  <a:pt x="5726653" y="6858001"/>
                </a:lnTo>
                <a:lnTo>
                  <a:pt x="311757" y="6858001"/>
                </a:lnTo>
                <a:lnTo>
                  <a:pt x="314130" y="6707671"/>
                </a:lnTo>
                <a:cubicBezTo>
                  <a:pt x="335132" y="6366410"/>
                  <a:pt x="433651" y="6019043"/>
                  <a:pt x="599702" y="5670859"/>
                </a:cubicBezTo>
                <a:cubicBezTo>
                  <a:pt x="770257" y="5311557"/>
                  <a:pt x="1010813" y="4986833"/>
                  <a:pt x="1211433" y="4641256"/>
                </a:cubicBezTo>
                <a:cubicBezTo>
                  <a:pt x="1493036" y="4154457"/>
                  <a:pt x="1511835" y="3622745"/>
                  <a:pt x="1053041" y="3164270"/>
                </a:cubicBezTo>
                <a:cubicBezTo>
                  <a:pt x="881977" y="2993265"/>
                  <a:pt x="700422" y="2805524"/>
                  <a:pt x="607048" y="2589406"/>
                </a:cubicBezTo>
                <a:cubicBezTo>
                  <a:pt x="366279" y="2032159"/>
                  <a:pt x="541125" y="1508062"/>
                  <a:pt x="1054915" y="1068100"/>
                </a:cubicBezTo>
                <a:cubicBezTo>
                  <a:pt x="1261027" y="891536"/>
                  <a:pt x="1489688" y="709489"/>
                  <a:pt x="1502877" y="419996"/>
                </a:cubicBezTo>
                <a:cubicBezTo>
                  <a:pt x="1506389" y="341911"/>
                  <a:pt x="1507262" y="263521"/>
                  <a:pt x="1505904" y="184997"/>
                </a:cubicBezTo>
                <a:lnTo>
                  <a:pt x="1497780" y="1"/>
                </a:lnTo>
                <a:lnTo>
                  <a:pt x="2617781"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8E7BF73-5178-13D5-8D86-12BD988D1E4C}"/>
              </a:ext>
            </a:extLst>
          </p:cNvPr>
          <p:cNvSpPr>
            <a:spLocks noGrp="1"/>
          </p:cNvSpPr>
          <p:nvPr>
            <p:ph type="title"/>
          </p:nvPr>
        </p:nvSpPr>
        <p:spPr>
          <a:xfrm>
            <a:off x="562271" y="810563"/>
            <a:ext cx="3705572" cy="5409262"/>
          </a:xfrm>
        </p:spPr>
        <p:txBody>
          <a:bodyPr anchor="t">
            <a:normAutofit/>
          </a:bodyPr>
          <a:lstStyle/>
          <a:p>
            <a:r>
              <a:rPr lang="en-US" sz="4800" b="1" dirty="0">
                <a:solidFill>
                  <a:srgbClr val="FF0000"/>
                </a:solidFill>
              </a:rPr>
              <a:t>Comparing different types of machine-learning algorithms</a:t>
            </a:r>
          </a:p>
        </p:txBody>
      </p:sp>
      <p:graphicFrame>
        <p:nvGraphicFramePr>
          <p:cNvPr id="5" name="Content Placeholder 2">
            <a:extLst>
              <a:ext uri="{FF2B5EF4-FFF2-40B4-BE49-F238E27FC236}">
                <a16:creationId xmlns:a16="http://schemas.microsoft.com/office/drawing/2014/main" id="{26CEB23F-357B-86F7-4F6B-8BE317778D22}"/>
              </a:ext>
            </a:extLst>
          </p:cNvPr>
          <p:cNvGraphicFramePr>
            <a:graphicFrameLocks noGrp="1"/>
          </p:cNvGraphicFramePr>
          <p:nvPr>
            <p:ph idx="1"/>
            <p:extLst>
              <p:ext uri="{D42A27DB-BD31-4B8C-83A1-F6EECF244321}">
                <p14:modId xmlns:p14="http://schemas.microsoft.com/office/powerpoint/2010/main" val="2545560775"/>
              </p:ext>
            </p:extLst>
          </p:nvPr>
        </p:nvGraphicFramePr>
        <p:xfrm>
          <a:off x="6156183" y="594069"/>
          <a:ext cx="5473546" cy="49780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1815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Clipping"/>
          <p:cNvPicPr>
            <a:picLocks noChangeAspect="1"/>
          </p:cNvPicPr>
          <p:nvPr/>
        </p:nvPicPr>
        <p:blipFill rotWithShape="1">
          <a:blip r:embed="rId2">
            <a:extLst>
              <a:ext uri="{28A0092B-C50C-407E-A947-70E740481C1C}">
                <a14:useLocalDpi xmlns:a14="http://schemas.microsoft.com/office/drawing/2010/main" val="0"/>
              </a:ext>
            </a:extLst>
          </a:blip>
          <a:srcRect l="8474" t="4367"/>
          <a:stretch/>
        </p:blipFill>
        <p:spPr>
          <a:xfrm>
            <a:off x="1269242" y="832513"/>
            <a:ext cx="9594376" cy="5698119"/>
          </a:xfrm>
          <a:prstGeom prst="rect">
            <a:avLst/>
          </a:prstGeom>
        </p:spPr>
      </p:pic>
      <p:sp>
        <p:nvSpPr>
          <p:cNvPr id="3" name="Rounded Rectangle 2"/>
          <p:cNvSpPr/>
          <p:nvPr/>
        </p:nvSpPr>
        <p:spPr>
          <a:xfrm>
            <a:off x="2866030" y="163773"/>
            <a:ext cx="4749421" cy="5868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MODEL EVALUATION</a:t>
            </a:r>
            <a:endParaRPr lang="en-IN" dirty="0"/>
          </a:p>
        </p:txBody>
      </p:sp>
    </p:spTree>
    <p:extLst>
      <p:ext uri="{BB962C8B-B14F-4D97-AF65-F5344CB8AC3E}">
        <p14:creationId xmlns:p14="http://schemas.microsoft.com/office/powerpoint/2010/main" val="2741292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Clipping"/>
          <p:cNvPicPr>
            <a:picLocks noChangeAspect="1"/>
          </p:cNvPicPr>
          <p:nvPr/>
        </p:nvPicPr>
        <p:blipFill rotWithShape="1">
          <a:blip r:embed="rId2">
            <a:extLst>
              <a:ext uri="{28A0092B-C50C-407E-A947-70E740481C1C}">
                <a14:useLocalDpi xmlns:a14="http://schemas.microsoft.com/office/drawing/2010/main" val="0"/>
              </a:ext>
            </a:extLst>
          </a:blip>
          <a:srcRect l="4644" t="11480"/>
          <a:stretch/>
        </p:blipFill>
        <p:spPr>
          <a:xfrm>
            <a:off x="1910686" y="157785"/>
            <a:ext cx="7697338" cy="6110061"/>
          </a:xfrm>
          <a:prstGeom prst="rect">
            <a:avLst/>
          </a:prstGeom>
        </p:spPr>
      </p:pic>
    </p:spTree>
    <p:extLst>
      <p:ext uri="{BB962C8B-B14F-4D97-AF65-F5344CB8AC3E}">
        <p14:creationId xmlns:p14="http://schemas.microsoft.com/office/powerpoint/2010/main" val="2368661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Clipping"/>
          <p:cNvPicPr>
            <a:picLocks noChangeAspect="1"/>
          </p:cNvPicPr>
          <p:nvPr/>
        </p:nvPicPr>
        <p:blipFill rotWithShape="1">
          <a:blip r:embed="rId2">
            <a:extLst>
              <a:ext uri="{28A0092B-C50C-407E-A947-70E740481C1C}">
                <a14:useLocalDpi xmlns:a14="http://schemas.microsoft.com/office/drawing/2010/main" val="0"/>
              </a:ext>
            </a:extLst>
          </a:blip>
          <a:srcRect l="11773" t="10388" r="15990" b="9671"/>
          <a:stretch/>
        </p:blipFill>
        <p:spPr>
          <a:xfrm>
            <a:off x="1815150" y="392587"/>
            <a:ext cx="7724634" cy="5612428"/>
          </a:xfrm>
          <a:prstGeom prst="rect">
            <a:avLst/>
          </a:prstGeom>
        </p:spPr>
      </p:pic>
    </p:spTree>
    <p:extLst>
      <p:ext uri="{BB962C8B-B14F-4D97-AF65-F5344CB8AC3E}">
        <p14:creationId xmlns:p14="http://schemas.microsoft.com/office/powerpoint/2010/main" val="2599627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56096" y="0"/>
            <a:ext cx="8011236" cy="16513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500" dirty="0"/>
              <a:t>TEST ACCURACY</a:t>
            </a:r>
            <a:endParaRPr lang="en-IN" sz="5500" dirty="0"/>
          </a:p>
        </p:txBody>
      </p:sp>
      <p:pic>
        <p:nvPicPr>
          <p:cNvPr id="5" name="Picture 4" descr="Screen Clipping"/>
          <p:cNvPicPr>
            <a:picLocks noChangeAspect="1"/>
          </p:cNvPicPr>
          <p:nvPr/>
        </p:nvPicPr>
        <p:blipFill rotWithShape="1">
          <a:blip r:embed="rId2">
            <a:extLst>
              <a:ext uri="{28A0092B-C50C-407E-A947-70E740481C1C}">
                <a14:useLocalDpi xmlns:a14="http://schemas.microsoft.com/office/drawing/2010/main" val="0"/>
              </a:ext>
            </a:extLst>
          </a:blip>
          <a:srcRect l="7246" t="31003"/>
          <a:stretch/>
        </p:blipFill>
        <p:spPr>
          <a:xfrm>
            <a:off x="846161" y="2411087"/>
            <a:ext cx="9676263" cy="3233027"/>
          </a:xfrm>
          <a:prstGeom prst="rect">
            <a:avLst/>
          </a:prstGeom>
        </p:spPr>
      </p:pic>
    </p:spTree>
    <p:extLst>
      <p:ext uri="{BB962C8B-B14F-4D97-AF65-F5344CB8AC3E}">
        <p14:creationId xmlns:p14="http://schemas.microsoft.com/office/powerpoint/2010/main" val="2343131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Clipping"/>
          <p:cNvPicPr>
            <a:picLocks noChangeAspect="1"/>
          </p:cNvPicPr>
          <p:nvPr/>
        </p:nvPicPr>
        <p:blipFill rotWithShape="1">
          <a:blip r:embed="rId2">
            <a:extLst>
              <a:ext uri="{28A0092B-C50C-407E-A947-70E740481C1C}">
                <a14:useLocalDpi xmlns:a14="http://schemas.microsoft.com/office/drawing/2010/main" val="0"/>
              </a:ext>
            </a:extLst>
          </a:blip>
          <a:srcRect l="13284" t="14184" r="-245" b="452"/>
          <a:stretch/>
        </p:blipFill>
        <p:spPr>
          <a:xfrm>
            <a:off x="900753" y="1610434"/>
            <a:ext cx="9396302" cy="5006737"/>
          </a:xfrm>
          <a:prstGeom prst="rect">
            <a:avLst/>
          </a:prstGeom>
        </p:spPr>
      </p:pic>
      <p:sp>
        <p:nvSpPr>
          <p:cNvPr id="3" name="Rectangle 2"/>
          <p:cNvSpPr/>
          <p:nvPr/>
        </p:nvSpPr>
        <p:spPr>
          <a:xfrm>
            <a:off x="2487214" y="313897"/>
            <a:ext cx="6223379" cy="982639"/>
          </a:xfrm>
          <a:prstGeom prst="rect">
            <a:avLst/>
          </a:prstGeom>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600" dirty="0">
                <a:solidFill>
                  <a:schemeClr val="bg1"/>
                </a:solidFill>
              </a:rPr>
              <a:t>PICKLE FILE</a:t>
            </a:r>
            <a:endParaRPr lang="en-IN" sz="6600" dirty="0">
              <a:solidFill>
                <a:schemeClr val="bg1"/>
              </a:solidFill>
            </a:endParaRPr>
          </a:p>
        </p:txBody>
      </p:sp>
    </p:spTree>
    <p:extLst>
      <p:ext uri="{BB962C8B-B14F-4D97-AF65-F5344CB8AC3E}">
        <p14:creationId xmlns:p14="http://schemas.microsoft.com/office/powerpoint/2010/main" val="2151936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FF975DA-2F73-4697-B7A9-A2E8347123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2FE1760-0E91-CFC1-CDC7-FE89F752CB9A}"/>
              </a:ext>
            </a:extLst>
          </p:cNvPr>
          <p:cNvSpPr>
            <a:spLocks noGrp="1"/>
          </p:cNvSpPr>
          <p:nvPr>
            <p:ph type="title"/>
          </p:nvPr>
        </p:nvSpPr>
        <p:spPr/>
        <p:txBody>
          <a:bodyPr>
            <a:noAutofit/>
          </a:bodyPr>
          <a:lstStyle/>
          <a:p>
            <a:r>
              <a:rPr lang="en-IN" sz="6600" b="1" dirty="0">
                <a:solidFill>
                  <a:schemeClr val="accent5">
                    <a:lumMod val="75000"/>
                  </a:schemeClr>
                </a:solidFill>
                <a:latin typeface="Times New Roman" panose="02020603050405020304" pitchFamily="18" charset="0"/>
                <a:cs typeface="Times New Roman" panose="02020603050405020304" pitchFamily="18" charset="0"/>
              </a:rPr>
              <a:t>Deployment</a:t>
            </a:r>
          </a:p>
        </p:txBody>
      </p:sp>
      <p:graphicFrame>
        <p:nvGraphicFramePr>
          <p:cNvPr id="5" name="Content Placeholder 2">
            <a:extLst>
              <a:ext uri="{FF2B5EF4-FFF2-40B4-BE49-F238E27FC236}">
                <a16:creationId xmlns:a16="http://schemas.microsoft.com/office/drawing/2014/main" id="{216C3C1C-1596-A960-DC37-2143C7CD9B3B}"/>
              </a:ext>
            </a:extLst>
          </p:cNvPr>
          <p:cNvGraphicFramePr>
            <a:graphicFrameLocks noGrp="1"/>
          </p:cNvGraphicFramePr>
          <p:nvPr>
            <p:ph idx="1"/>
            <p:extLst>
              <p:ext uri="{D42A27DB-BD31-4B8C-83A1-F6EECF244321}">
                <p14:modId xmlns:p14="http://schemas.microsoft.com/office/powerpoint/2010/main" val="3665366175"/>
              </p:ext>
            </p:extLst>
          </p:nvPr>
        </p:nvGraphicFramePr>
        <p:xfrm>
          <a:off x="1155700" y="2603500"/>
          <a:ext cx="8824913"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43225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3B039-F3B6-8BF5-2183-3418D3CABF83}"/>
              </a:ext>
            </a:extLst>
          </p:cNvPr>
          <p:cNvSpPr>
            <a:spLocks noGrp="1"/>
          </p:cNvSpPr>
          <p:nvPr>
            <p:ph type="title"/>
          </p:nvPr>
        </p:nvSpPr>
        <p:spPr>
          <a:xfrm>
            <a:off x="627798" y="573206"/>
            <a:ext cx="10972800" cy="1101213"/>
          </a:xfrm>
        </p:spPr>
        <p:txBody>
          <a:bodyPr>
            <a:normAutofit/>
          </a:bodyPr>
          <a:lstStyle/>
          <a:p>
            <a:r>
              <a:rPr lang="en-IN" b="1" dirty="0">
                <a:solidFill>
                  <a:schemeClr val="bg1"/>
                </a:solidFill>
                <a:latin typeface="Times New Roman" panose="02020603050405020304" pitchFamily="18" charset="0"/>
                <a:cs typeface="Times New Roman" panose="02020603050405020304" pitchFamily="18" charset="0"/>
              </a:rPr>
              <a:t>Final Output</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28461" y="2603500"/>
            <a:ext cx="5879391" cy="3416300"/>
          </a:xfrm>
        </p:spPr>
      </p:pic>
    </p:spTree>
    <p:extLst>
      <p:ext uri="{BB962C8B-B14F-4D97-AF65-F5344CB8AC3E}">
        <p14:creationId xmlns:p14="http://schemas.microsoft.com/office/powerpoint/2010/main" val="19464979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1168" y="407389"/>
            <a:ext cx="9647165" cy="5502092"/>
          </a:xfrm>
          <a:prstGeom prst="rect">
            <a:avLst/>
          </a:prstGeom>
        </p:spPr>
      </p:pic>
    </p:spTree>
    <p:extLst>
      <p:ext uri="{BB962C8B-B14F-4D97-AF65-F5344CB8AC3E}">
        <p14:creationId xmlns:p14="http://schemas.microsoft.com/office/powerpoint/2010/main" val="2874049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8424" y="163774"/>
            <a:ext cx="9638598" cy="5900672"/>
          </a:xfrm>
          <a:prstGeom prst="rect">
            <a:avLst/>
          </a:prstGeom>
        </p:spPr>
      </p:pic>
    </p:spTree>
    <p:extLst>
      <p:ext uri="{BB962C8B-B14F-4D97-AF65-F5344CB8AC3E}">
        <p14:creationId xmlns:p14="http://schemas.microsoft.com/office/powerpoint/2010/main" val="2321155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5594" y="339282"/>
            <a:ext cx="9485194" cy="5613940"/>
          </a:xfrm>
          <a:prstGeom prst="rect">
            <a:avLst/>
          </a:prstGeom>
        </p:spPr>
      </p:pic>
    </p:spTree>
    <p:extLst>
      <p:ext uri="{BB962C8B-B14F-4D97-AF65-F5344CB8AC3E}">
        <p14:creationId xmlns:p14="http://schemas.microsoft.com/office/powerpoint/2010/main" val="837816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2"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0C3F918-ED2F-42C3-ACDE-105213486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D7A18E2E-4285-464F-9069-61D155A58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58188" y="0"/>
            <a:ext cx="2933812" cy="2750153"/>
          </a:xfrm>
          <a:custGeom>
            <a:avLst/>
            <a:gdLst>
              <a:gd name="connsiteX0" fmla="*/ 1067830 w 2933812"/>
              <a:gd name="connsiteY0" fmla="*/ 776732 h 2750153"/>
              <a:gd name="connsiteX1" fmla="*/ 1305537 w 2933812"/>
              <a:gd name="connsiteY1" fmla="*/ 842083 h 2750153"/>
              <a:gd name="connsiteX2" fmla="*/ 1421053 w 2933812"/>
              <a:gd name="connsiteY2" fmla="*/ 1397856 h 2750153"/>
              <a:gd name="connsiteX3" fmla="*/ 865267 w 2933812"/>
              <a:gd name="connsiteY3" fmla="*/ 1513301 h 2750153"/>
              <a:gd name="connsiteX4" fmla="*/ 749819 w 2933812"/>
              <a:gd name="connsiteY4" fmla="*/ 957568 h 2750153"/>
              <a:gd name="connsiteX5" fmla="*/ 836727 w 2933812"/>
              <a:gd name="connsiteY5" fmla="*/ 862679 h 2750153"/>
              <a:gd name="connsiteX6" fmla="*/ 1067830 w 2933812"/>
              <a:gd name="connsiteY6" fmla="*/ 776732 h 2750153"/>
              <a:gd name="connsiteX7" fmla="*/ 209205 w 2933812"/>
              <a:gd name="connsiteY7" fmla="*/ 551704 h 2750153"/>
              <a:gd name="connsiteX8" fmla="*/ 328901 w 2933812"/>
              <a:gd name="connsiteY8" fmla="*/ 567267 h 2750153"/>
              <a:gd name="connsiteX9" fmla="*/ 460887 w 2933812"/>
              <a:gd name="connsiteY9" fmla="*/ 878648 h 2750153"/>
              <a:gd name="connsiteX10" fmla="*/ 149506 w 2933812"/>
              <a:gd name="connsiteY10" fmla="*/ 1010633 h 2750153"/>
              <a:gd name="connsiteX11" fmla="*/ 17517 w 2933812"/>
              <a:gd name="connsiteY11" fmla="*/ 699260 h 2750153"/>
              <a:gd name="connsiteX12" fmla="*/ 97142 w 2933812"/>
              <a:gd name="connsiteY12" fmla="*/ 596577 h 2750153"/>
              <a:gd name="connsiteX13" fmla="*/ 209205 w 2933812"/>
              <a:gd name="connsiteY13" fmla="*/ 551704 h 2750153"/>
              <a:gd name="connsiteX14" fmla="*/ 603014 w 2933812"/>
              <a:gd name="connsiteY14" fmla="*/ 0 h 2750153"/>
              <a:gd name="connsiteX15" fmla="*/ 2933812 w 2933812"/>
              <a:gd name="connsiteY15" fmla="*/ 0 h 2750153"/>
              <a:gd name="connsiteX16" fmla="*/ 2933812 w 2933812"/>
              <a:gd name="connsiteY16" fmla="*/ 2748233 h 2750153"/>
              <a:gd name="connsiteX17" fmla="*/ 2877044 w 2933812"/>
              <a:gd name="connsiteY17" fmla="*/ 2704219 h 2750153"/>
              <a:gd name="connsiteX18" fmla="*/ 1987800 w 2933812"/>
              <a:gd name="connsiteY18" fmla="*/ 2707378 h 2750153"/>
              <a:gd name="connsiteX19" fmla="*/ 1571775 w 2933812"/>
              <a:gd name="connsiteY19" fmla="*/ 2085562 h 2750153"/>
              <a:gd name="connsiteX20" fmla="*/ 2085622 w 2933812"/>
              <a:gd name="connsiteY20" fmla="*/ 1038354 h 2750153"/>
              <a:gd name="connsiteX21" fmla="*/ 1614635 w 2933812"/>
              <a:gd name="connsiteY21" fmla="*/ 560521 h 2750153"/>
              <a:gd name="connsiteX22" fmla="*/ 825009 w 2933812"/>
              <a:gd name="connsiteY22" fmla="*/ 518839 h 2750153"/>
              <a:gd name="connsiteX23" fmla="*/ 599925 w 2933812"/>
              <a:gd name="connsiteY23" fmla="*/ 14372 h 2750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33812" h="2750153">
                <a:moveTo>
                  <a:pt x="1067830" y="776732"/>
                </a:moveTo>
                <a:cubicBezTo>
                  <a:pt x="1150031" y="773119"/>
                  <a:pt x="1233332" y="794722"/>
                  <a:pt x="1305537" y="842083"/>
                </a:cubicBezTo>
                <a:cubicBezTo>
                  <a:pt x="1490941" y="963689"/>
                  <a:pt x="1542616" y="1212493"/>
                  <a:pt x="1421053" y="1397856"/>
                </a:cubicBezTo>
                <a:cubicBezTo>
                  <a:pt x="1299424" y="1583173"/>
                  <a:pt x="1050671" y="1634906"/>
                  <a:pt x="865267" y="1513301"/>
                </a:cubicBezTo>
                <a:cubicBezTo>
                  <a:pt x="679936" y="1391729"/>
                  <a:pt x="628260" y="1142925"/>
                  <a:pt x="749819" y="957568"/>
                </a:cubicBezTo>
                <a:cubicBezTo>
                  <a:pt x="773570" y="921529"/>
                  <a:pt x="802922" y="889506"/>
                  <a:pt x="836727" y="862679"/>
                </a:cubicBezTo>
                <a:cubicBezTo>
                  <a:pt x="904529" y="809175"/>
                  <a:pt x="985629" y="780345"/>
                  <a:pt x="1067830" y="776732"/>
                </a:cubicBezTo>
                <a:close/>
                <a:moveTo>
                  <a:pt x="209205" y="551704"/>
                </a:moveTo>
                <a:cubicBezTo>
                  <a:pt x="249147" y="546653"/>
                  <a:pt x="290360" y="551675"/>
                  <a:pt x="328901" y="567267"/>
                </a:cubicBezTo>
                <a:cubicBezTo>
                  <a:pt x="451346" y="616809"/>
                  <a:pt x="510410" y="756201"/>
                  <a:pt x="460887" y="878648"/>
                </a:cubicBezTo>
                <a:cubicBezTo>
                  <a:pt x="411366" y="1001087"/>
                  <a:pt x="271948" y="1060182"/>
                  <a:pt x="149506" y="1010633"/>
                </a:cubicBezTo>
                <a:cubicBezTo>
                  <a:pt x="27060" y="961092"/>
                  <a:pt x="-32003" y="821699"/>
                  <a:pt x="17517" y="699260"/>
                </a:cubicBezTo>
                <a:cubicBezTo>
                  <a:pt x="34058" y="658332"/>
                  <a:pt x="61655" y="622811"/>
                  <a:pt x="97142" y="596577"/>
                </a:cubicBezTo>
                <a:cubicBezTo>
                  <a:pt x="130594" y="571878"/>
                  <a:pt x="169264" y="556754"/>
                  <a:pt x="209205" y="551704"/>
                </a:cubicBezTo>
                <a:close/>
                <a:moveTo>
                  <a:pt x="603014" y="0"/>
                </a:moveTo>
                <a:lnTo>
                  <a:pt x="2933812" y="0"/>
                </a:lnTo>
                <a:lnTo>
                  <a:pt x="2933812" y="2748233"/>
                </a:lnTo>
                <a:lnTo>
                  <a:pt x="2877044" y="2704219"/>
                </a:lnTo>
                <a:cubicBezTo>
                  <a:pt x="2590402" y="2543052"/>
                  <a:pt x="2331640" y="2859871"/>
                  <a:pt x="1987800" y="2707378"/>
                </a:cubicBezTo>
                <a:cubicBezTo>
                  <a:pt x="1763640" y="2607782"/>
                  <a:pt x="1580044" y="2342268"/>
                  <a:pt x="1571775" y="2085562"/>
                </a:cubicBezTo>
                <a:cubicBezTo>
                  <a:pt x="1556983" y="1612648"/>
                  <a:pt x="2147977" y="1430482"/>
                  <a:pt x="2085622" y="1038354"/>
                </a:cubicBezTo>
                <a:cubicBezTo>
                  <a:pt x="2048252" y="804151"/>
                  <a:pt x="1799013" y="625551"/>
                  <a:pt x="1614635" y="560521"/>
                </a:cubicBezTo>
                <a:cubicBezTo>
                  <a:pt x="1263737" y="436354"/>
                  <a:pt x="1061091" y="667936"/>
                  <a:pt x="825009" y="518839"/>
                </a:cubicBezTo>
                <a:cubicBezTo>
                  <a:pt x="671642" y="421917"/>
                  <a:pt x="576178" y="209445"/>
                  <a:pt x="599925" y="1437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02FE22-396A-092E-B4E8-0AB131626E60}"/>
              </a:ext>
            </a:extLst>
          </p:cNvPr>
          <p:cNvSpPr>
            <a:spLocks noGrp="1"/>
          </p:cNvSpPr>
          <p:nvPr>
            <p:ph type="title"/>
          </p:nvPr>
        </p:nvSpPr>
        <p:spPr/>
        <p:txBody>
          <a:bodyPr>
            <a:noAutofit/>
          </a:bodyPr>
          <a:lstStyle/>
          <a:p>
            <a:r>
              <a:rPr lang="en-IN" sz="4800" b="1" dirty="0">
                <a:solidFill>
                  <a:schemeClr val="accent2">
                    <a:lumMod val="75000"/>
                  </a:schemeClr>
                </a:solidFill>
                <a:latin typeface="Times New Roman" panose="02020603050405020304" pitchFamily="18" charset="0"/>
                <a:cs typeface="Times New Roman" panose="02020603050405020304" pitchFamily="18" charset="0"/>
              </a:rPr>
              <a:t>Difficulties </a:t>
            </a:r>
          </a:p>
        </p:txBody>
      </p:sp>
      <p:graphicFrame>
        <p:nvGraphicFramePr>
          <p:cNvPr id="17" name="Content Placeholder 2">
            <a:extLst>
              <a:ext uri="{FF2B5EF4-FFF2-40B4-BE49-F238E27FC236}">
                <a16:creationId xmlns:a16="http://schemas.microsoft.com/office/drawing/2014/main" id="{483A1A13-29D5-2BAC-D519-5CCAC57EC4B2}"/>
              </a:ext>
            </a:extLst>
          </p:cNvPr>
          <p:cNvGraphicFramePr>
            <a:graphicFrameLocks noGrp="1"/>
          </p:cNvGraphicFramePr>
          <p:nvPr>
            <p:ph idx="1"/>
            <p:extLst>
              <p:ext uri="{D42A27DB-BD31-4B8C-83A1-F6EECF244321}">
                <p14:modId xmlns:p14="http://schemas.microsoft.com/office/powerpoint/2010/main" val="1101082830"/>
              </p:ext>
            </p:extLst>
          </p:nvPr>
        </p:nvGraphicFramePr>
        <p:xfrm>
          <a:off x="1155700" y="2603500"/>
          <a:ext cx="8824913"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1432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B7D92-9EBE-C433-2C34-BFDE87DEB46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Future Enhancement</a:t>
            </a:r>
          </a:p>
        </p:txBody>
      </p:sp>
      <p:graphicFrame>
        <p:nvGraphicFramePr>
          <p:cNvPr id="5" name="Content Placeholder 2">
            <a:extLst>
              <a:ext uri="{FF2B5EF4-FFF2-40B4-BE49-F238E27FC236}">
                <a16:creationId xmlns:a16="http://schemas.microsoft.com/office/drawing/2014/main" id="{A3C01B03-3A41-C60A-0F15-6EEB70938147}"/>
              </a:ext>
            </a:extLst>
          </p:cNvPr>
          <p:cNvGraphicFramePr>
            <a:graphicFrameLocks noGrp="1"/>
          </p:cNvGraphicFramePr>
          <p:nvPr>
            <p:ph idx="1"/>
            <p:extLst>
              <p:ext uri="{D42A27DB-BD31-4B8C-83A1-F6EECF244321}">
                <p14:modId xmlns:p14="http://schemas.microsoft.com/office/powerpoint/2010/main" val="1736486090"/>
              </p:ext>
            </p:extLst>
          </p:nvPr>
        </p:nvGraphicFramePr>
        <p:xfrm>
          <a:off x="1155700" y="2603500"/>
          <a:ext cx="8824913"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6810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B4D07-7552-13B8-0686-D28AF100345C}"/>
              </a:ext>
            </a:extLst>
          </p:cNvPr>
          <p:cNvSpPr>
            <a:spLocks noGrp="1"/>
          </p:cNvSpPr>
          <p:nvPr>
            <p:ph type="title"/>
          </p:nvPr>
        </p:nvSpPr>
        <p:spPr/>
        <p:txBody>
          <a:bodyPr/>
          <a:lstStyle/>
          <a:p>
            <a:r>
              <a:rPr lang="en-IN" b="1" dirty="0">
                <a:solidFill>
                  <a:srgbClr val="C00000"/>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6ECC9EB8-E5DC-D5A2-F0CB-291F3A984E6C}"/>
              </a:ext>
            </a:extLst>
          </p:cNvPr>
          <p:cNvSpPr>
            <a:spLocks noGrp="1"/>
          </p:cNvSpPr>
          <p:nvPr>
            <p:ph idx="1"/>
          </p:nvPr>
        </p:nvSpPr>
        <p:spPr/>
        <p:txBody>
          <a:bodyPr>
            <a:noAutofit/>
          </a:bodyPr>
          <a:lstStyle/>
          <a:p>
            <a:pPr marL="342900" indent="-342900" algn="just">
              <a:buFont typeface="Arial" panose="020B0604020202020204" pitchFamily="34" charset="0"/>
              <a:buChar char="•"/>
            </a:pPr>
            <a:r>
              <a:rPr lang="en-US" sz="2400" b="1" dirty="0">
                <a:solidFill>
                  <a:srgbClr val="C00000"/>
                </a:solidFill>
              </a:rPr>
              <a:t>The future of resume classification is set to revolutionize the hiring process by leveraging advanced AI and NLP techniques to provide more accurate, fair, and personalized recruitment solutions. Key developments like bias reduction, multimodal analysis, personalized job matching, and seamless integration with other HR systems will transform how organizations attract and evaluate talent. At the same time, AI will continue to provide candidates with personalized feedback and career guidance, leading to more efficient and inclusive hiring practices.</a:t>
            </a:r>
            <a:endParaRPr lang="en-IN" sz="24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4180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926" t="10516" r="2382" b="1691"/>
          <a:stretch/>
        </p:blipFill>
        <p:spPr>
          <a:xfrm>
            <a:off x="150125" y="0"/>
            <a:ext cx="11573868" cy="6332561"/>
          </a:xfrm>
          <a:prstGeom prst="rect">
            <a:avLst/>
          </a:prstGeom>
        </p:spPr>
      </p:pic>
    </p:spTree>
    <p:extLst>
      <p:ext uri="{BB962C8B-B14F-4D97-AF65-F5344CB8AC3E}">
        <p14:creationId xmlns:p14="http://schemas.microsoft.com/office/powerpoint/2010/main" val="7139499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1128</TotalTime>
  <Words>614</Words>
  <Application>Microsoft Office PowerPoint</Application>
  <PresentationFormat>Widescreen</PresentationFormat>
  <Paragraphs>68</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Ion Boardroom</vt:lpstr>
      <vt:lpstr>RESUME CLASSIFICATION </vt:lpstr>
      <vt:lpstr>Mentors    Group members</vt:lpstr>
      <vt:lpstr>PowerPoint Presentation</vt:lpstr>
      <vt:lpstr>PowerPoint Presentation</vt:lpstr>
      <vt:lpstr>Business Objective</vt:lpstr>
      <vt:lpstr>INTRODUCTION</vt:lpstr>
      <vt:lpstr>Timeline</vt:lpstr>
      <vt:lpstr>STEPS PERFORMED</vt:lpstr>
      <vt:lpstr>PowerPoint Presentation</vt:lpstr>
      <vt:lpstr>PowerPoint Presentation</vt:lpstr>
      <vt:lpstr>PowerPoint Presentation</vt:lpstr>
      <vt:lpstr>PowerPoint Presentation</vt:lpstr>
      <vt:lpstr>                    VISUALIZATION</vt:lpstr>
      <vt:lpstr>PowerPoint Presentation</vt:lpstr>
      <vt:lpstr>         FEATURE EXTRACTION</vt:lpstr>
      <vt:lpstr>PowerPoint Presentation</vt:lpstr>
      <vt:lpstr>Comparing different types of machine-learning algorithms</vt:lpstr>
      <vt:lpstr>PowerPoint Presentation</vt:lpstr>
      <vt:lpstr>PowerPoint Presentation</vt:lpstr>
      <vt:lpstr>PowerPoint Presentation</vt:lpstr>
      <vt:lpstr>PowerPoint Presentation</vt:lpstr>
      <vt:lpstr>PowerPoint Presentation</vt:lpstr>
      <vt:lpstr>Deployment</vt:lpstr>
      <vt:lpstr>Final Output</vt:lpstr>
      <vt:lpstr>PowerPoint Presentation</vt:lpstr>
      <vt:lpstr>PowerPoint Presentation</vt:lpstr>
      <vt:lpstr>PowerPoint Presentation</vt:lpstr>
      <vt:lpstr>Difficulties </vt:lpstr>
      <vt:lpstr>Future Enhancement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Panel- Regression</dc:title>
  <dc:creator>basava pavan sri ram</dc:creator>
  <cp:lastModifiedBy>vireshdwivedi123@gmail.com</cp:lastModifiedBy>
  <cp:revision>30</cp:revision>
  <dcterms:created xsi:type="dcterms:W3CDTF">2024-08-23T10:30:35Z</dcterms:created>
  <dcterms:modified xsi:type="dcterms:W3CDTF">2025-01-14T17:08:21Z</dcterms:modified>
</cp:coreProperties>
</file>