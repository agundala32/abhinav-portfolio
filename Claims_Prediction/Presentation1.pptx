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EC048-CAE3-C95E-C913-DCCA6FECA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19FD3-23D5-FBB1-C3CF-CCC42DC3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7D3FF-EF5A-61F2-BDA7-FD86C920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8C254-1887-D874-9E46-5EFF603A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AAA68-1F44-355D-4F72-1DD443FE4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331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9B74-122B-F479-B102-ED4E9C21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A3FC0-25EB-B350-95EC-3D5485CBF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A5BF4-48DD-51DE-5602-254EB354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23BFF-A669-F6D8-F3A8-996FEB78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1117C-4FBE-CF55-2927-49F56AD6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06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7F93-657B-A9DF-97DD-3339A66DF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53367-6924-4FEC-F9D6-6DE09149A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CF135-9F84-E304-E8A2-7756ADDA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43E71-CC54-32F0-A85D-C58C035B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71AF5-7066-E998-9930-3DB85F03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774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49BC-9828-5AF3-A933-A39F623B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8E71B-D792-61F9-C938-13868E587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2C5C2-6158-4D9D-01F5-AD407F2B1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97529-F855-D49B-B37E-DEF028A9A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ABF7A-00E8-0F99-330B-F3FD4DD0F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F5B69-6F66-AA2A-5FFB-DC2A4273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06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A898-CB1A-3F11-AA94-2D29D002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16667-E73C-2CA2-573C-753F585F2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D9709-2DCF-4967-4989-8C612A438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114594-2FB9-063F-B1F8-C12AF279B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5841E-51EA-C3CA-0EB1-DF02210739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8BD343-2CED-2ACF-F2FC-7195DA51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186FD-E1AB-EE92-93ED-3ECCC2B6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760D7-F1A0-6E88-A41D-87D9CA60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20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7A4B-FD4B-2DFF-6DE4-69E6C286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45AA9-3510-0F26-808B-6CC9DDEF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DA4B2-5AAE-AEF1-A605-1DF1B03C9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5C5A2-61E8-1523-D172-2C9BDDAD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625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E9380B-0E17-E8F1-2932-E97196AA3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8480A-BFB2-8886-5C90-830342E7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34407-68DD-ECC1-7544-003F353B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39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6720-BFA3-9D87-62DB-D3A42F49E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31614-A07B-CFA3-1054-082E35D50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482DD-7D86-473F-AEA0-E30DAE33C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D6778-1882-9019-AC3A-435DC167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B2A68-961F-DEDD-F8DF-035083B34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8605A-D1F9-4352-7615-30344725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01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1150-ED2F-7824-2EA1-36994BCD8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A4B66-1A50-AE7A-C7C1-5B90528F9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63C97-190A-47C9-09CA-F7BF5F6C0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4E8F7-AA67-971F-7D70-AFA97A16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47EC0-5E9B-BC00-9AB1-4DC854CDD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ED290-98EF-D5D5-86DC-24973CAD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3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0EF3-E5FE-7221-EAAD-19E84B444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C135B-BACB-0D85-7B5C-3A3A37C4F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E30E7-0C77-7A13-F825-4F8BDCD2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5A68-30F4-3736-E7A2-A51F945B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F239F-5166-5989-7E94-A22892C8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593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C0ED22-8E85-9C21-1589-B066AD2DC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A86B1-C8F6-EB8D-9FF9-777589800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1C8CB-3A1E-FBA3-498F-7BAEA1AA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94E38-F873-0B17-13DF-EDEAC9B4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751DB-6C35-ED53-1B30-FFF048304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82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E06D8-198C-472A-67A7-F36FB4626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619CB-4923-3A79-F404-3B4321416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5F3A2-119D-4660-193C-757230220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08C66-90A1-486F-BACC-92F74C6153B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DCD91-86E7-1AFF-507C-85370269A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5180F-879E-D0A5-C12A-20A984204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FF485-3419-44B7-A479-CDDF50AAB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88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C9C503-4DFC-3B29-329E-21194C782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875885"/>
              </p:ext>
            </p:extLst>
          </p:nvPr>
        </p:nvGraphicFramePr>
        <p:xfrm>
          <a:off x="2231923" y="1111552"/>
          <a:ext cx="7985096" cy="292588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33832">
                  <a:extLst>
                    <a:ext uri="{9D8B030D-6E8A-4147-A177-3AD203B41FA5}">
                      <a16:colId xmlns:a16="http://schemas.microsoft.com/office/drawing/2014/main" val="2188111488"/>
                    </a:ext>
                  </a:extLst>
                </a:gridCol>
                <a:gridCol w="3303639">
                  <a:extLst>
                    <a:ext uri="{9D8B030D-6E8A-4147-A177-3AD203B41FA5}">
                      <a16:colId xmlns:a16="http://schemas.microsoft.com/office/drawing/2014/main" val="1130025290"/>
                    </a:ext>
                  </a:extLst>
                </a:gridCol>
                <a:gridCol w="3147625">
                  <a:extLst>
                    <a:ext uri="{9D8B030D-6E8A-4147-A177-3AD203B41FA5}">
                      <a16:colId xmlns:a16="http://schemas.microsoft.com/office/drawing/2014/main" val="4239640836"/>
                    </a:ext>
                  </a:extLst>
                </a:gridCol>
              </a:tblGrid>
              <a:tr h="335790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Meeting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959088"/>
                  </a:ext>
                </a:extLst>
              </a:tr>
              <a:tr h="335790">
                <a:tc>
                  <a:txBody>
                    <a:bodyPr/>
                    <a:lstStyle/>
                    <a:p>
                      <a:r>
                        <a:rPr lang="en-IN" b="1" dirty="0"/>
                        <a:t>15-11-2024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KICK-OFF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07.30PM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37603"/>
                  </a:ext>
                </a:extLst>
              </a:tr>
              <a:tr h="379018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22-11-2024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EDA/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Student</a:t>
                      </a:r>
                      <a:r>
                        <a:rPr lang="en-US" dirty="0"/>
                        <a:t>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Interactive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07.30PM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312102"/>
                  </a:ext>
                </a:extLst>
              </a:tr>
              <a:tr h="58763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29-11-2024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Model budling/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b="1" dirty="0"/>
                        <a:t>Model Evaluation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07.30PM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109931"/>
                  </a:ext>
                </a:extLst>
              </a:tr>
              <a:tr h="58763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06-12-2024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Deployment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07.30PM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457524"/>
                  </a:ext>
                </a:extLst>
              </a:tr>
              <a:tr h="587632">
                <a:tc>
                  <a:txBody>
                    <a:bodyPr/>
                    <a:lstStyle/>
                    <a:p>
                      <a:r>
                        <a:rPr lang="en-US" b="1" dirty="0"/>
                        <a:t>13-12-2024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Final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07.30PM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958490"/>
                  </a:ext>
                </a:extLst>
              </a:tr>
            </a:tbl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EA15266F-778D-D846-03FD-162230E53A5C}"/>
              </a:ext>
            </a:extLst>
          </p:cNvPr>
          <p:cNvSpPr txBox="1">
            <a:spLocks/>
          </p:cNvSpPr>
          <p:nvPr/>
        </p:nvSpPr>
        <p:spPr>
          <a:xfrm>
            <a:off x="2031997" y="382554"/>
            <a:ext cx="8185021" cy="64381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P464-</a:t>
            </a:r>
            <a:r>
              <a:rPr lang="en-IN" sz="1800" dirty="0">
                <a:solidFill>
                  <a:srgbClr val="00000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Updated_Claimants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142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29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Excelr Solutions</dc:creator>
  <cp:lastModifiedBy>Excelr Solutions</cp:lastModifiedBy>
  <cp:revision>14</cp:revision>
  <dcterms:created xsi:type="dcterms:W3CDTF">2024-06-28T04:31:24Z</dcterms:created>
  <dcterms:modified xsi:type="dcterms:W3CDTF">2024-11-18T03:44:15Z</dcterms:modified>
</cp:coreProperties>
</file>